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796F"/>
    <a:srgbClr val="84A98C"/>
    <a:srgbClr val="CAD2C5"/>
    <a:srgbClr val="354F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82A1B-FB49-20AC-0A61-D43D892FE8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40DD3E-78F5-C73C-3BE0-390C29A4B6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0BE51D-9875-98F6-E121-AAC3F41CC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E1D0-6618-4F52-9FF9-17DA0549304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0E315-DFD0-2A27-70DC-F6310B592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28D88-CD91-EE0E-FC60-D9AF479E6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8802-1C94-43E6-B77C-1AB056B9D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335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882DE-F2BA-B1E2-A3EB-F6CCAAD7F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F08D5-06EC-677E-D0FB-2EA2D83E6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D817E-7B52-3FC7-6B92-615765D75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E1D0-6618-4F52-9FF9-17DA0549304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47BBF-4937-E7F0-C445-1DC0DF189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A5DFA-1681-3B95-E4B3-9A5E85D51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8802-1C94-43E6-B77C-1AB056B9D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08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20B76-104D-9E49-116D-246A4764F5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71A51-C60A-9A95-8B36-77D3AD0E4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639AC-88B6-8E78-052B-1B5100B1F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E1D0-6618-4F52-9FF9-17DA0549304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0B922-E927-0E76-085C-3BAF54C8E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098FB-405C-C398-9E9E-E39F24949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8802-1C94-43E6-B77C-1AB056B9D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26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6497E-7EAF-4500-148F-7CD182590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27334-FB0D-6CA3-6D3E-364EAC128A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EF81F-227E-C213-A39E-54E463674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5961F2-E6DA-40C3-467E-B8F965E03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E1D0-6618-4F52-9FF9-17DA0549304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354D20-5F46-D39E-35CD-F064661B0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6FEB9-3CA7-9490-96A9-C89FA9E01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8802-1C94-43E6-B77C-1AB056B9D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99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6272B-D0CC-9067-2CF8-F5722387F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6D22AD-DFBF-5A20-94D4-C05E84485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0DB143-3305-D4FD-BAC3-87493E8813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CB6BBA-86E5-2486-DDA9-3215384AC7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7DB5B7-6EE2-7C9E-88DB-72DEAB8625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6E9D18-FAAF-733E-7272-3D4D54FA1B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E1D0-6618-4F52-9FF9-17DA0549304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20C708-AFFC-7708-D369-CDB5082E7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9E0A7D-2C15-1A24-0E5A-2D8B50D73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8802-1C94-43E6-B77C-1AB056B9D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16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0D037-E507-F914-C385-697DFFF63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5FC692-7C80-94ED-D27C-85BEFE1FB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E1D0-6618-4F52-9FF9-17DA0549304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0B199B-E030-7F60-C6C0-716029A34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20E01E-1974-E380-3F19-0C56DBCFA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8802-1C94-43E6-B77C-1AB056B9D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0826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26D3D5-14CC-5C74-22BD-F6FDA6E8E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E1D0-6618-4F52-9FF9-17DA0549304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61C381-5106-5EFF-9F6B-FD8CEE55B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3E710-D780-AD65-87F2-7A9208CD0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8802-1C94-43E6-B77C-1AB056B9D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72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3B25F-3610-1F18-2FE4-2C3B1575B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3BE70-E84E-57B9-519B-9962ABAE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18B4DD-FCB2-4380-520B-7913C8CD34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7B32F4-0AA0-521D-543F-DCA254E47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E1D0-6618-4F52-9FF9-17DA0549304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CF1D21-5074-2703-EA1A-22085B25F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F195CE-E18E-B638-EC9E-245CC2C09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8802-1C94-43E6-B77C-1AB056B9D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280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439E9-A764-DCED-B2B2-C51013288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207563-A749-ADF7-C1AB-6BC23FDDD8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1B4A76-8F70-7E0E-0D71-54F9AC2EB0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DA0FCA-96EE-E783-4740-7B38089A1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E1D0-6618-4F52-9FF9-17DA0549304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89348-E05D-C6CE-8B31-F83C02A2A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C0385E-8DD4-1124-630E-347A0050B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8802-1C94-43E6-B77C-1AB056B9D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90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A1154-9283-B208-222A-A291E9D00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5D5365-1F58-7A23-795B-D5D4B42BC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972DC-0427-0BAD-A67C-63589E6636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E1D0-6618-4F52-9FF9-17DA0549304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75A1C9-39E5-E48F-6723-FF7E099F1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A1E5C-A163-5DDA-7916-EE68354ED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8802-1C94-43E6-B77C-1AB056B9D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129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6D216E-7437-8947-45AE-C38D9495CA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79FA0E-3AB8-0B4F-EC1E-7EC75D33CA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85035-5769-9DE4-FC95-2BA1E0B7F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8E1D0-6618-4F52-9FF9-17DA0549304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52D424-65D4-F1AF-8B18-6A4066BB9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3383FB-BD0D-6790-E308-7D0223C75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68802-1C94-43E6-B77C-1AB056B9D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61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1E79D3-87D4-80CF-4507-448CA4921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27BB2E-D878-23E7-FDD0-598B53097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2BC5BD-3E05-3F71-516C-0B55566A1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F8E1D0-6618-4F52-9FF9-17DA0549304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7C549-D8AC-124B-0466-F487C547E1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79A3D-DAF6-3671-CEB4-D460DC3D72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868802-1C94-43E6-B77C-1AB056B9D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353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A650A-BF4F-B377-F6B3-77E251A6C0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84C581-1563-3D36-9612-782671C5ED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6445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54F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Wheels On The Bus png images | PNGEgg">
            <a:extLst>
              <a:ext uri="{FF2B5EF4-FFF2-40B4-BE49-F238E27FC236}">
                <a16:creationId xmlns:a16="http://schemas.microsoft.com/office/drawing/2014/main" id="{245B580A-DF2A-FD54-4704-48B062C9F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4050" y="845302"/>
            <a:ext cx="676910" cy="676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ABD3336F-3C55-FD5F-EFF3-3E53434EF207}"/>
              </a:ext>
            </a:extLst>
          </p:cNvPr>
          <p:cNvGrpSpPr/>
          <p:nvPr/>
        </p:nvGrpSpPr>
        <p:grpSpPr>
          <a:xfrm>
            <a:off x="1805655" y="177145"/>
            <a:ext cx="6400800" cy="4154984"/>
            <a:chOff x="1805655" y="177145"/>
            <a:chExt cx="6400800" cy="4154984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404128F-0D4E-2CE1-9A7E-259EC2EC95C8}"/>
                </a:ext>
              </a:extLst>
            </p:cNvPr>
            <p:cNvSpPr/>
            <p:nvPr/>
          </p:nvSpPr>
          <p:spPr>
            <a:xfrm>
              <a:off x="6221539" y="2046912"/>
              <a:ext cx="596299" cy="580338"/>
            </a:xfrm>
            <a:prstGeom prst="ellipse">
              <a:avLst/>
            </a:prstGeom>
            <a:noFill/>
            <a:ln w="187325" cap="rnd" cmpd="sng">
              <a:solidFill>
                <a:srgbClr val="CAD2C5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676910"/>
                        <a:gd name="csY0" fmla="*/ 338455 h 676910"/>
                        <a:gd name="csX1" fmla="*/ 338455 w 676910"/>
                        <a:gd name="csY1" fmla="*/ 0 h 676910"/>
                        <a:gd name="csX2" fmla="*/ 676910 w 676910"/>
                        <a:gd name="csY2" fmla="*/ 338455 h 676910"/>
                        <a:gd name="csX3" fmla="*/ 338455 w 676910"/>
                        <a:gd name="csY3" fmla="*/ 676910 h 676910"/>
                        <a:gd name="csX4" fmla="*/ 0 w 676910"/>
                        <a:gd name="csY4" fmla="*/ 338455 h 67691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676910" h="676910" fill="none" extrusionOk="0">
                          <a:moveTo>
                            <a:pt x="0" y="338455"/>
                          </a:moveTo>
                          <a:cubicBezTo>
                            <a:pt x="35676" y="155763"/>
                            <a:pt x="158413" y="-14164"/>
                            <a:pt x="338455" y="0"/>
                          </a:cubicBezTo>
                          <a:cubicBezTo>
                            <a:pt x="499617" y="-3945"/>
                            <a:pt x="655846" y="171362"/>
                            <a:pt x="676910" y="338455"/>
                          </a:cubicBezTo>
                          <a:cubicBezTo>
                            <a:pt x="675463" y="511578"/>
                            <a:pt x="503775" y="706934"/>
                            <a:pt x="338455" y="676910"/>
                          </a:cubicBezTo>
                          <a:cubicBezTo>
                            <a:pt x="166134" y="685085"/>
                            <a:pt x="12531" y="528392"/>
                            <a:pt x="0" y="338455"/>
                          </a:cubicBezTo>
                          <a:close/>
                        </a:path>
                        <a:path w="676910" h="676910" stroke="0" extrusionOk="0">
                          <a:moveTo>
                            <a:pt x="0" y="338455"/>
                          </a:moveTo>
                          <a:cubicBezTo>
                            <a:pt x="-5409" y="148195"/>
                            <a:pt x="125719" y="9688"/>
                            <a:pt x="338455" y="0"/>
                          </a:cubicBezTo>
                          <a:cubicBezTo>
                            <a:pt x="547104" y="4574"/>
                            <a:pt x="665167" y="151904"/>
                            <a:pt x="676910" y="338455"/>
                          </a:cubicBezTo>
                          <a:cubicBezTo>
                            <a:pt x="657657" y="544180"/>
                            <a:pt x="521923" y="696015"/>
                            <a:pt x="338455" y="676910"/>
                          </a:cubicBezTo>
                          <a:cubicBezTo>
                            <a:pt x="146797" y="674320"/>
                            <a:pt x="34193" y="541717"/>
                            <a:pt x="0" y="338455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outerShdw blurRad="88900" dist="38100" dir="1920000" sx="101000" sy="101000" algn="ctr" rotWithShape="0">
                <a:srgbClr val="000000">
                  <a:alpha val="68000"/>
                </a:srgbClr>
              </a:outerShdw>
              <a:reflection endPos="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BD7DD79-2412-12C2-F56F-3B5AC6926E68}"/>
                </a:ext>
              </a:extLst>
            </p:cNvPr>
            <p:cNvSpPr txBox="1"/>
            <p:nvPr/>
          </p:nvSpPr>
          <p:spPr>
            <a:xfrm>
              <a:off x="2180643" y="177145"/>
              <a:ext cx="5580374" cy="4154984"/>
            </a:xfrm>
            <a:prstGeom prst="rect">
              <a:avLst/>
            </a:prstGeom>
            <a:noFill/>
            <a:effectLst>
              <a:reflection stA="45000" endPos="2000" dist="50800" dir="5400000" sy="-100000" algn="bl" rotWithShape="0"/>
            </a:effectLst>
          </p:spPr>
          <p:txBody>
            <a:bodyPr wrap="none" rtlCol="0" anchor="ctr">
              <a:spAutoFit/>
            </a:bodyPr>
            <a:lstStyle/>
            <a:p>
              <a:pPr algn="ctr"/>
              <a:endParaRPr lang="en-US" sz="8800" dirty="0">
                <a:ln>
                  <a:solidFill>
                    <a:srgbClr val="52796F"/>
                  </a:solidFill>
                </a:ln>
                <a:solidFill>
                  <a:srgbClr val="CAD2C5"/>
                </a:solidFill>
                <a:effectLst>
                  <a:glow>
                    <a:schemeClr val="tx1"/>
                  </a:glow>
                  <a:outerShdw blurRad="88900" dist="50800" dir="1920000" sx="101000" sy="101000" algn="ctr" rotWithShape="0">
                    <a:srgbClr val="000000">
                      <a:alpha val="68000"/>
                    </a:srgbClr>
                  </a:outerShdw>
                  <a:reflection endPos="0" dist="88900" dir="5400000" sy="-100000" algn="bl" rotWithShape="0"/>
                </a:effectLst>
                <a:latin typeface="Arial Black" panose="020B0A04020102020204" pitchFamily="34" charset="0"/>
              </a:endParaRPr>
            </a:p>
            <a:p>
              <a:pPr algn="ctr"/>
              <a:r>
                <a:rPr lang="en-US" sz="8800" dirty="0" err="1">
                  <a:ln>
                    <a:solidFill>
                      <a:srgbClr val="52796F"/>
                    </a:solidFill>
                  </a:ln>
                  <a:solidFill>
                    <a:srgbClr val="CAD2C5"/>
                  </a:solidFill>
                  <a:effectLst>
                    <a:glow>
                      <a:schemeClr val="tx1"/>
                    </a:glow>
                    <a:outerShdw blurRad="88900" dist="50800" dir="1920000" sx="101000" sy="101000" algn="ctr" rotWithShape="0">
                      <a:srgbClr val="000000">
                        <a:alpha val="68000"/>
                      </a:srgbClr>
                    </a:outerShdw>
                    <a:reflection endPos="0" dist="88900" dir="5400000" sy="-100000" algn="bl" rotWithShape="0"/>
                  </a:effectLst>
                  <a:latin typeface="Arial Black" panose="020B0A04020102020204" pitchFamily="34" charset="0"/>
                </a:rPr>
                <a:t>bhr</a:t>
              </a:r>
              <a:r>
                <a:rPr lang="en-US" sz="8800" dirty="0">
                  <a:ln>
                    <a:solidFill>
                      <a:srgbClr val="52796F"/>
                    </a:solidFill>
                  </a:ln>
                  <a:solidFill>
                    <a:srgbClr val="CAD2C5"/>
                  </a:solidFill>
                  <a:effectLst>
                    <a:glow>
                      <a:schemeClr val="tx1"/>
                    </a:glow>
                    <a:outerShdw blurRad="88900" dist="50800" dir="1920000" sx="101000" sy="101000" algn="ctr" rotWithShape="0">
                      <a:srgbClr val="000000">
                        <a:alpha val="68000"/>
                      </a:srgbClr>
                    </a:outerShdw>
                    <a:reflection endPos="0" dist="88900" dir="5400000" sy="-100000" algn="bl" rotWithShape="0"/>
                  </a:effectLst>
                  <a:latin typeface="Arial Black" panose="020B0A04020102020204" pitchFamily="34" charset="0"/>
                </a:rPr>
                <a:t>  m  n</a:t>
              </a:r>
            </a:p>
            <a:p>
              <a:pPr algn="ctr"/>
              <a:endParaRPr lang="en-US" sz="8800" dirty="0">
                <a:ln>
                  <a:solidFill>
                    <a:srgbClr val="52796F"/>
                  </a:solidFill>
                </a:ln>
                <a:solidFill>
                  <a:srgbClr val="CAD2C5"/>
                </a:solidFill>
                <a:effectLst>
                  <a:glow>
                    <a:schemeClr val="tx1"/>
                  </a:glow>
                  <a:outerShdw blurRad="88900" dist="50800" dir="1920000" sx="101000" sy="101000" algn="ctr" rotWithShape="0">
                    <a:srgbClr val="000000">
                      <a:alpha val="68000"/>
                    </a:srgbClr>
                  </a:outerShdw>
                  <a:reflection endPos="0" dist="88900" dir="5400000" sy="-100000" algn="bl" rotWithShape="0"/>
                </a:effectLst>
                <a:latin typeface="Arial Black" panose="020B0A04020102020204" pitchFamily="34" charset="0"/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D851BD1-E58B-45A6-6E91-CDC20B3FAD8D}"/>
                </a:ext>
              </a:extLst>
            </p:cNvPr>
            <p:cNvGrpSpPr/>
            <p:nvPr/>
          </p:nvGrpSpPr>
          <p:grpSpPr>
            <a:xfrm>
              <a:off x="6296531" y="2121350"/>
              <a:ext cx="446316" cy="431463"/>
              <a:chOff x="5798079" y="3911237"/>
              <a:chExt cx="465561" cy="464950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066A0AD3-2512-BEEE-422E-ACC6ECECFDBA}"/>
                  </a:ext>
                </a:extLst>
              </p:cNvPr>
              <p:cNvCxnSpPr>
                <a:cxnSpLocks/>
                <a:stCxn id="9" idx="0"/>
                <a:endCxn id="9" idx="4"/>
              </p:cNvCxnSpPr>
              <p:nvPr/>
            </p:nvCxnSpPr>
            <p:spPr>
              <a:xfrm>
                <a:off x="6030860" y="3911237"/>
                <a:ext cx="0" cy="464950"/>
              </a:xfrm>
              <a:prstGeom prst="line">
                <a:avLst/>
              </a:prstGeom>
              <a:ln w="44450" cap="rnd" cmpd="sng">
                <a:solidFill>
                  <a:srgbClr val="52796F"/>
                </a:solidFill>
                <a:prstDash val="solid"/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12ABA711-EA42-8B52-156C-9CD5350EF8FD}"/>
                  </a:ext>
                </a:extLst>
              </p:cNvPr>
              <p:cNvCxnSpPr>
                <a:cxnSpLocks/>
                <a:stCxn id="9" idx="7"/>
                <a:endCxn id="9" idx="3"/>
              </p:cNvCxnSpPr>
              <p:nvPr/>
            </p:nvCxnSpPr>
            <p:spPr>
              <a:xfrm flipH="1">
                <a:off x="5866258" y="3979327"/>
                <a:ext cx="329202" cy="328770"/>
              </a:xfrm>
              <a:prstGeom prst="line">
                <a:avLst/>
              </a:prstGeom>
              <a:ln w="44450" cap="rnd" cmpd="sng">
                <a:solidFill>
                  <a:srgbClr val="52796F"/>
                </a:solidFill>
                <a:prstDash val="solid"/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FC777D3D-EA19-9300-3EB4-AC7CA22075AB}"/>
                  </a:ext>
                </a:extLst>
              </p:cNvPr>
              <p:cNvCxnSpPr>
                <a:cxnSpLocks/>
                <a:stCxn id="9" idx="1"/>
                <a:endCxn id="9" idx="5"/>
              </p:cNvCxnSpPr>
              <p:nvPr/>
            </p:nvCxnSpPr>
            <p:spPr>
              <a:xfrm>
                <a:off x="5866258" y="3979327"/>
                <a:ext cx="329202" cy="328770"/>
              </a:xfrm>
              <a:prstGeom prst="line">
                <a:avLst/>
              </a:prstGeom>
              <a:ln w="44450" cap="rnd" cmpd="sng">
                <a:solidFill>
                  <a:srgbClr val="52796F"/>
                </a:solidFill>
                <a:prstDash val="solid"/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EEAF6746-18FA-0F96-13D9-9DF31D88D984}"/>
                  </a:ext>
                </a:extLst>
              </p:cNvPr>
              <p:cNvCxnSpPr>
                <a:cxnSpLocks/>
                <a:stCxn id="9" idx="6"/>
                <a:endCxn id="9" idx="2"/>
              </p:cNvCxnSpPr>
              <p:nvPr/>
            </p:nvCxnSpPr>
            <p:spPr>
              <a:xfrm flipH="1">
                <a:off x="5798079" y="4143713"/>
                <a:ext cx="465561" cy="0"/>
              </a:xfrm>
              <a:prstGeom prst="line">
                <a:avLst/>
              </a:prstGeom>
              <a:ln w="44450" cap="rnd" cmpd="sng">
                <a:solidFill>
                  <a:srgbClr val="52796F"/>
                </a:solidFill>
                <a:prstDash val="solid"/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AC6D739-EB09-2283-B231-356699A8F15E}"/>
                </a:ext>
              </a:extLst>
            </p:cNvPr>
            <p:cNvSpPr/>
            <p:nvPr/>
          </p:nvSpPr>
          <p:spPr>
            <a:xfrm>
              <a:off x="6445726" y="2265487"/>
              <a:ext cx="147927" cy="143188"/>
            </a:xfrm>
            <a:prstGeom prst="ellipse">
              <a:avLst/>
            </a:prstGeom>
            <a:solidFill>
              <a:srgbClr val="CAD2C5"/>
            </a:solidFill>
            <a:ln w="44450">
              <a:solidFill>
                <a:srgbClr val="52796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9DD4E59-C384-6DC1-F6A4-790C3087B571}"/>
                </a:ext>
              </a:extLst>
            </p:cNvPr>
            <p:cNvSpPr/>
            <p:nvPr/>
          </p:nvSpPr>
          <p:spPr>
            <a:xfrm>
              <a:off x="6296531" y="2121350"/>
              <a:ext cx="446316" cy="431463"/>
            </a:xfrm>
            <a:prstGeom prst="ellipse">
              <a:avLst/>
            </a:prstGeom>
            <a:noFill/>
            <a:ln w="44450">
              <a:solidFill>
                <a:srgbClr val="52796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28BA3F1-ECF0-AB75-D428-180B32D88D97}"/>
                </a:ext>
              </a:extLst>
            </p:cNvPr>
            <p:cNvSpPr/>
            <p:nvPr/>
          </p:nvSpPr>
          <p:spPr>
            <a:xfrm>
              <a:off x="4374531" y="2046912"/>
              <a:ext cx="596299" cy="580338"/>
            </a:xfrm>
            <a:prstGeom prst="ellipse">
              <a:avLst/>
            </a:prstGeom>
            <a:noFill/>
            <a:ln w="187325" cap="rnd" cmpd="sng">
              <a:solidFill>
                <a:srgbClr val="CAD2C5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676910"/>
                        <a:gd name="csY0" fmla="*/ 338455 h 676910"/>
                        <a:gd name="csX1" fmla="*/ 338455 w 676910"/>
                        <a:gd name="csY1" fmla="*/ 0 h 676910"/>
                        <a:gd name="csX2" fmla="*/ 676910 w 676910"/>
                        <a:gd name="csY2" fmla="*/ 338455 h 676910"/>
                        <a:gd name="csX3" fmla="*/ 338455 w 676910"/>
                        <a:gd name="csY3" fmla="*/ 676910 h 676910"/>
                        <a:gd name="csX4" fmla="*/ 0 w 676910"/>
                        <a:gd name="csY4" fmla="*/ 338455 h 67691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676910" h="676910" fill="none" extrusionOk="0">
                          <a:moveTo>
                            <a:pt x="0" y="338455"/>
                          </a:moveTo>
                          <a:cubicBezTo>
                            <a:pt x="35676" y="155763"/>
                            <a:pt x="158413" y="-14164"/>
                            <a:pt x="338455" y="0"/>
                          </a:cubicBezTo>
                          <a:cubicBezTo>
                            <a:pt x="499617" y="-3945"/>
                            <a:pt x="655846" y="171362"/>
                            <a:pt x="676910" y="338455"/>
                          </a:cubicBezTo>
                          <a:cubicBezTo>
                            <a:pt x="675463" y="511578"/>
                            <a:pt x="503775" y="706934"/>
                            <a:pt x="338455" y="676910"/>
                          </a:cubicBezTo>
                          <a:cubicBezTo>
                            <a:pt x="166134" y="685085"/>
                            <a:pt x="12531" y="528392"/>
                            <a:pt x="0" y="338455"/>
                          </a:cubicBezTo>
                          <a:close/>
                        </a:path>
                        <a:path w="676910" h="676910" stroke="0" extrusionOk="0">
                          <a:moveTo>
                            <a:pt x="0" y="338455"/>
                          </a:moveTo>
                          <a:cubicBezTo>
                            <a:pt x="-5409" y="148195"/>
                            <a:pt x="125719" y="9688"/>
                            <a:pt x="338455" y="0"/>
                          </a:cubicBezTo>
                          <a:cubicBezTo>
                            <a:pt x="547104" y="4574"/>
                            <a:pt x="665167" y="151904"/>
                            <a:pt x="676910" y="338455"/>
                          </a:cubicBezTo>
                          <a:cubicBezTo>
                            <a:pt x="657657" y="544180"/>
                            <a:pt x="521923" y="696015"/>
                            <a:pt x="338455" y="676910"/>
                          </a:cubicBezTo>
                          <a:cubicBezTo>
                            <a:pt x="146797" y="674320"/>
                            <a:pt x="34193" y="541717"/>
                            <a:pt x="0" y="338455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outerShdw blurRad="88900" dist="38100" dir="1920000" sx="101000" sy="101000" algn="ctr" rotWithShape="0">
                <a:srgbClr val="000000">
                  <a:alpha val="68000"/>
                </a:srgbClr>
              </a:outerShdw>
              <a:reflection endPos="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AB54A4D-4EBB-D347-9230-EDE1E7EFF70D}"/>
                </a:ext>
              </a:extLst>
            </p:cNvPr>
            <p:cNvGrpSpPr/>
            <p:nvPr/>
          </p:nvGrpSpPr>
          <p:grpSpPr>
            <a:xfrm>
              <a:off x="4449523" y="2121350"/>
              <a:ext cx="446316" cy="431463"/>
              <a:chOff x="5798079" y="3911237"/>
              <a:chExt cx="465561" cy="464950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17218FC8-83E9-4B74-F2F6-5578AB4215F1}"/>
                  </a:ext>
                </a:extLst>
              </p:cNvPr>
              <p:cNvCxnSpPr>
                <a:cxnSpLocks/>
                <a:stCxn id="34" idx="0"/>
                <a:endCxn id="34" idx="4"/>
              </p:cNvCxnSpPr>
              <p:nvPr/>
            </p:nvCxnSpPr>
            <p:spPr>
              <a:xfrm>
                <a:off x="6030860" y="3911237"/>
                <a:ext cx="0" cy="464950"/>
              </a:xfrm>
              <a:prstGeom prst="line">
                <a:avLst/>
              </a:prstGeom>
              <a:ln w="44450" cap="rnd" cmpd="sng">
                <a:solidFill>
                  <a:srgbClr val="52796F"/>
                </a:solidFill>
                <a:prstDash val="solid"/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42DA311B-9386-33FA-0EAE-B1E86E415253}"/>
                  </a:ext>
                </a:extLst>
              </p:cNvPr>
              <p:cNvCxnSpPr>
                <a:cxnSpLocks/>
                <a:stCxn id="34" idx="7"/>
                <a:endCxn id="34" idx="3"/>
              </p:cNvCxnSpPr>
              <p:nvPr/>
            </p:nvCxnSpPr>
            <p:spPr>
              <a:xfrm flipH="1">
                <a:off x="5866258" y="3979327"/>
                <a:ext cx="329202" cy="328770"/>
              </a:xfrm>
              <a:prstGeom prst="line">
                <a:avLst/>
              </a:prstGeom>
              <a:ln w="44450" cap="rnd" cmpd="sng">
                <a:solidFill>
                  <a:srgbClr val="52796F"/>
                </a:solidFill>
                <a:prstDash val="solid"/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8DC1E34E-6499-6D71-F446-8CDAC682D1C6}"/>
                  </a:ext>
                </a:extLst>
              </p:cNvPr>
              <p:cNvCxnSpPr>
                <a:cxnSpLocks/>
                <a:stCxn id="34" idx="1"/>
                <a:endCxn id="34" idx="5"/>
              </p:cNvCxnSpPr>
              <p:nvPr/>
            </p:nvCxnSpPr>
            <p:spPr>
              <a:xfrm>
                <a:off x="5866258" y="3979327"/>
                <a:ext cx="329202" cy="328770"/>
              </a:xfrm>
              <a:prstGeom prst="line">
                <a:avLst/>
              </a:prstGeom>
              <a:ln w="44450" cap="rnd" cmpd="sng">
                <a:solidFill>
                  <a:srgbClr val="52796F"/>
                </a:solidFill>
                <a:prstDash val="solid"/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DAE420B9-EBAA-4C40-0784-CC7FB6732D98}"/>
                  </a:ext>
                </a:extLst>
              </p:cNvPr>
              <p:cNvCxnSpPr>
                <a:cxnSpLocks/>
                <a:stCxn id="34" idx="6"/>
                <a:endCxn id="34" idx="2"/>
              </p:cNvCxnSpPr>
              <p:nvPr/>
            </p:nvCxnSpPr>
            <p:spPr>
              <a:xfrm flipH="1">
                <a:off x="5798079" y="4143713"/>
                <a:ext cx="465561" cy="0"/>
              </a:xfrm>
              <a:prstGeom prst="line">
                <a:avLst/>
              </a:prstGeom>
              <a:ln w="44450" cap="rnd" cmpd="sng">
                <a:solidFill>
                  <a:srgbClr val="52796F"/>
                </a:solidFill>
                <a:prstDash val="solid"/>
                <a:round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561750C-3041-5DD4-706B-0AEC89A930DA}"/>
                </a:ext>
              </a:extLst>
            </p:cNvPr>
            <p:cNvSpPr/>
            <p:nvPr/>
          </p:nvSpPr>
          <p:spPr>
            <a:xfrm>
              <a:off x="4598718" y="2265487"/>
              <a:ext cx="147927" cy="143188"/>
            </a:xfrm>
            <a:prstGeom prst="ellipse">
              <a:avLst/>
            </a:prstGeom>
            <a:solidFill>
              <a:srgbClr val="CAD2C5"/>
            </a:solidFill>
            <a:ln w="44450">
              <a:solidFill>
                <a:srgbClr val="52796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EA84110-AD0D-C3D7-BE17-C55E8E9AB2E7}"/>
                </a:ext>
              </a:extLst>
            </p:cNvPr>
            <p:cNvSpPr/>
            <p:nvPr/>
          </p:nvSpPr>
          <p:spPr>
            <a:xfrm>
              <a:off x="4449523" y="2121350"/>
              <a:ext cx="446316" cy="431463"/>
            </a:xfrm>
            <a:prstGeom prst="ellipse">
              <a:avLst/>
            </a:prstGeom>
            <a:noFill/>
            <a:ln w="44450">
              <a:solidFill>
                <a:srgbClr val="52796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A6DB635D-4B3A-214B-C326-BF740E04DD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9586" y="2836481"/>
              <a:ext cx="5195189" cy="14310"/>
            </a:xfrm>
            <a:prstGeom prst="line">
              <a:avLst/>
            </a:prstGeom>
            <a:ln w="127000" cap="sq" cmpd="sng">
              <a:solidFill>
                <a:srgbClr val="CAD2C5"/>
              </a:solidFill>
              <a:prstDash val="solid"/>
              <a:beve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54FF729-567A-B41E-FC93-FADBBF4EAE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7886" y="2836481"/>
              <a:ext cx="5212080" cy="14310"/>
            </a:xfrm>
            <a:prstGeom prst="line">
              <a:avLst/>
            </a:prstGeom>
            <a:ln w="28575" cap="sq" cmpd="sng">
              <a:solidFill>
                <a:srgbClr val="52796F"/>
              </a:solidFill>
              <a:prstDash val="lgDash"/>
              <a:beve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FFF1B8E-6F48-A4D5-FE1F-4C63B7EC3A42}"/>
                </a:ext>
              </a:extLst>
            </p:cNvPr>
            <p:cNvSpPr/>
            <p:nvPr/>
          </p:nvSpPr>
          <p:spPr>
            <a:xfrm>
              <a:off x="6129867" y="1956191"/>
              <a:ext cx="777875" cy="767429"/>
            </a:xfrm>
            <a:prstGeom prst="ellipse">
              <a:avLst/>
            </a:prstGeom>
            <a:noFill/>
            <a:ln w="9525">
              <a:solidFill>
                <a:srgbClr val="52796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CB9FA43-9BAC-A7CF-621F-01B482111C74}"/>
                </a:ext>
              </a:extLst>
            </p:cNvPr>
            <p:cNvSpPr/>
            <p:nvPr/>
          </p:nvSpPr>
          <p:spPr>
            <a:xfrm>
              <a:off x="4283603" y="1951430"/>
              <a:ext cx="777875" cy="767429"/>
            </a:xfrm>
            <a:prstGeom prst="ellipse">
              <a:avLst/>
            </a:prstGeom>
            <a:noFill/>
            <a:ln w="9525">
              <a:solidFill>
                <a:srgbClr val="52796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1759C87-7013-6D5F-FCF3-FACE62B9DC45}"/>
                </a:ext>
              </a:extLst>
            </p:cNvPr>
            <p:cNvSpPr/>
            <p:nvPr/>
          </p:nvSpPr>
          <p:spPr>
            <a:xfrm>
              <a:off x="1805655" y="2666019"/>
              <a:ext cx="6400800" cy="914400"/>
            </a:xfrm>
            <a:prstGeom prst="rect">
              <a:avLst/>
            </a:prstGeom>
            <a:noFill/>
            <a:ln>
              <a:noFill/>
            </a:ln>
            <a:effectLst>
              <a:reflection endPos="0" dist="5080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spc="280" dirty="0">
                  <a:ln w="6350">
                    <a:solidFill>
                      <a:srgbClr val="52796F"/>
                    </a:solidFill>
                  </a:ln>
                  <a:solidFill>
                    <a:srgbClr val="CAD2C5"/>
                  </a:solidFill>
                  <a:effectLst>
                    <a:glow>
                      <a:schemeClr val="tx1">
                        <a:alpha val="95000"/>
                      </a:schemeClr>
                    </a:glow>
                    <a:outerShdw blurRad="406400" dist="50800" dir="1920000" sx="101000" sy="101000" algn="ctr" rotWithShape="0">
                      <a:srgbClr val="000000">
                        <a:alpha val="69000"/>
                      </a:srgbClr>
                    </a:outerShdw>
                    <a:reflection endPos="0" dist="63500" dir="5400000" sy="-100000" algn="bl" rotWithShape="0"/>
                  </a:effectLst>
                  <a:latin typeface="Arial" panose="020B0604020202020204" pitchFamily="34" charset="0"/>
                  <a:cs typeface="Arial" panose="020B0604020202020204" pitchFamily="34" charset="0"/>
                </a:rPr>
                <a:t>bus ticket booking system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5835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C4321AB-96A8-3FE5-1ED1-9305CD62655E}"/>
              </a:ext>
            </a:extLst>
          </p:cNvPr>
          <p:cNvGrpSpPr/>
          <p:nvPr/>
        </p:nvGrpSpPr>
        <p:grpSpPr>
          <a:xfrm>
            <a:off x="5367592" y="4876121"/>
            <a:ext cx="596299" cy="580338"/>
            <a:chOff x="6017774" y="3706728"/>
            <a:chExt cx="622011" cy="625380"/>
          </a:xfrm>
          <a:noFill/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BF84104-8B30-32B5-C8C8-FF9E2FD9581F}"/>
                </a:ext>
              </a:extLst>
            </p:cNvPr>
            <p:cNvSpPr/>
            <p:nvPr/>
          </p:nvSpPr>
          <p:spPr>
            <a:xfrm>
              <a:off x="6017774" y="3706728"/>
              <a:ext cx="622011" cy="625380"/>
            </a:xfrm>
            <a:prstGeom prst="ellipse">
              <a:avLst/>
            </a:prstGeom>
            <a:grpFill/>
            <a:ln w="187325" cap="rnd" cmpd="sng">
              <a:solidFill>
                <a:srgbClr val="354F52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676910"/>
                        <a:gd name="csY0" fmla="*/ 338455 h 676910"/>
                        <a:gd name="csX1" fmla="*/ 338455 w 676910"/>
                        <a:gd name="csY1" fmla="*/ 0 h 676910"/>
                        <a:gd name="csX2" fmla="*/ 676910 w 676910"/>
                        <a:gd name="csY2" fmla="*/ 338455 h 676910"/>
                        <a:gd name="csX3" fmla="*/ 338455 w 676910"/>
                        <a:gd name="csY3" fmla="*/ 676910 h 676910"/>
                        <a:gd name="csX4" fmla="*/ 0 w 676910"/>
                        <a:gd name="csY4" fmla="*/ 338455 h 67691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676910" h="676910" fill="none" extrusionOk="0">
                          <a:moveTo>
                            <a:pt x="0" y="338455"/>
                          </a:moveTo>
                          <a:cubicBezTo>
                            <a:pt x="35676" y="155763"/>
                            <a:pt x="158413" y="-14164"/>
                            <a:pt x="338455" y="0"/>
                          </a:cubicBezTo>
                          <a:cubicBezTo>
                            <a:pt x="499617" y="-3945"/>
                            <a:pt x="655846" y="171362"/>
                            <a:pt x="676910" y="338455"/>
                          </a:cubicBezTo>
                          <a:cubicBezTo>
                            <a:pt x="675463" y="511578"/>
                            <a:pt x="503775" y="706934"/>
                            <a:pt x="338455" y="676910"/>
                          </a:cubicBezTo>
                          <a:cubicBezTo>
                            <a:pt x="166134" y="685085"/>
                            <a:pt x="12531" y="528392"/>
                            <a:pt x="0" y="338455"/>
                          </a:cubicBezTo>
                          <a:close/>
                        </a:path>
                        <a:path w="676910" h="676910" stroke="0" extrusionOk="0">
                          <a:moveTo>
                            <a:pt x="0" y="338455"/>
                          </a:moveTo>
                          <a:cubicBezTo>
                            <a:pt x="-5409" y="148195"/>
                            <a:pt x="125719" y="9688"/>
                            <a:pt x="338455" y="0"/>
                          </a:cubicBezTo>
                          <a:cubicBezTo>
                            <a:pt x="547104" y="4574"/>
                            <a:pt x="665167" y="151904"/>
                            <a:pt x="676910" y="338455"/>
                          </a:cubicBezTo>
                          <a:cubicBezTo>
                            <a:pt x="657657" y="544180"/>
                            <a:pt x="521923" y="696015"/>
                            <a:pt x="338455" y="676910"/>
                          </a:cubicBezTo>
                          <a:cubicBezTo>
                            <a:pt x="146797" y="674320"/>
                            <a:pt x="34193" y="541717"/>
                            <a:pt x="0" y="338455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outerShdw blurRad="88900" dist="38100" dir="1920000" sx="101000" sy="101000" algn="ctr" rotWithShape="0">
                <a:srgbClr val="000000">
                  <a:alpha val="68000"/>
                </a:srgbClr>
              </a:outerShdw>
              <a:reflection endPos="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E773EA4-B164-87C5-19C0-7EA034462674}"/>
                </a:ext>
              </a:extLst>
            </p:cNvPr>
            <p:cNvGrpSpPr/>
            <p:nvPr/>
          </p:nvGrpSpPr>
          <p:grpSpPr>
            <a:xfrm>
              <a:off x="6096000" y="3786943"/>
              <a:ext cx="465561" cy="464950"/>
              <a:chOff x="6098088" y="3787411"/>
              <a:chExt cx="465561" cy="464950"/>
            </a:xfrm>
            <a:grpFill/>
            <a:effectLst>
              <a:glow>
                <a:schemeClr val="accent1">
                  <a:alpha val="40000"/>
                </a:schemeClr>
              </a:glow>
            </a:effectLst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D88C1EDB-67AC-777B-024B-0269C2D2E48B}"/>
                  </a:ext>
                </a:extLst>
              </p:cNvPr>
              <p:cNvGrpSpPr/>
              <p:nvPr/>
            </p:nvGrpSpPr>
            <p:grpSpPr>
              <a:xfrm>
                <a:off x="6098088" y="3787411"/>
                <a:ext cx="465561" cy="464950"/>
                <a:chOff x="5798079" y="3911237"/>
                <a:chExt cx="465561" cy="464950"/>
              </a:xfrm>
              <a:grpFill/>
            </p:grpSpPr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D5E96536-1C43-13B5-40FB-8F65B6A76E84}"/>
                    </a:ext>
                  </a:extLst>
                </p:cNvPr>
                <p:cNvCxnSpPr>
                  <a:cxnSpLocks/>
                  <a:stCxn id="27" idx="0"/>
                  <a:endCxn id="27" idx="4"/>
                </p:cNvCxnSpPr>
                <p:nvPr/>
              </p:nvCxnSpPr>
              <p:spPr>
                <a:xfrm>
                  <a:off x="6030860" y="3911237"/>
                  <a:ext cx="0" cy="464950"/>
                </a:xfrm>
                <a:prstGeom prst="line">
                  <a:avLst/>
                </a:prstGeom>
                <a:grpFill/>
                <a:ln w="44450" cap="rnd" cmpd="sng">
                  <a:solidFill>
                    <a:srgbClr val="CAD2C5">
                      <a:alpha val="99000"/>
                    </a:srgbClr>
                  </a:solidFill>
                  <a:prstDash val="solid"/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0C66DCE4-E556-6576-E1E8-7D971F220B35}"/>
                    </a:ext>
                  </a:extLst>
                </p:cNvPr>
                <p:cNvCxnSpPr>
                  <a:cxnSpLocks/>
                  <a:stCxn id="27" idx="7"/>
                  <a:endCxn id="27" idx="3"/>
                </p:cNvCxnSpPr>
                <p:nvPr/>
              </p:nvCxnSpPr>
              <p:spPr>
                <a:xfrm flipH="1">
                  <a:off x="5866259" y="3979327"/>
                  <a:ext cx="329201" cy="328770"/>
                </a:xfrm>
                <a:prstGeom prst="line">
                  <a:avLst/>
                </a:prstGeom>
                <a:grpFill/>
                <a:ln w="44450" cap="rnd" cmpd="sng">
                  <a:solidFill>
                    <a:srgbClr val="CAD2C5">
                      <a:alpha val="99000"/>
                    </a:srgbClr>
                  </a:solidFill>
                  <a:prstDash val="solid"/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9090AAC2-9C09-A16B-24D7-5470CCAD0E93}"/>
                    </a:ext>
                  </a:extLst>
                </p:cNvPr>
                <p:cNvCxnSpPr>
                  <a:cxnSpLocks/>
                  <a:stCxn id="27" idx="1"/>
                  <a:endCxn id="27" idx="5"/>
                </p:cNvCxnSpPr>
                <p:nvPr/>
              </p:nvCxnSpPr>
              <p:spPr>
                <a:xfrm>
                  <a:off x="5866259" y="3979327"/>
                  <a:ext cx="329201" cy="328770"/>
                </a:xfrm>
                <a:prstGeom prst="line">
                  <a:avLst/>
                </a:prstGeom>
                <a:grpFill/>
                <a:ln w="44450" cap="rnd" cmpd="sng">
                  <a:solidFill>
                    <a:srgbClr val="CAD2C5">
                      <a:alpha val="99000"/>
                    </a:srgbClr>
                  </a:solidFill>
                  <a:prstDash val="solid"/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7AD844C9-7E43-A2BD-1418-9B5B26C3F755}"/>
                    </a:ext>
                  </a:extLst>
                </p:cNvPr>
                <p:cNvCxnSpPr>
                  <a:cxnSpLocks/>
                  <a:stCxn id="27" idx="6"/>
                  <a:endCxn id="27" idx="2"/>
                </p:cNvCxnSpPr>
                <p:nvPr/>
              </p:nvCxnSpPr>
              <p:spPr>
                <a:xfrm flipH="1">
                  <a:off x="5798079" y="4143712"/>
                  <a:ext cx="465561" cy="0"/>
                </a:xfrm>
                <a:prstGeom prst="line">
                  <a:avLst/>
                </a:prstGeom>
                <a:grpFill/>
                <a:ln w="44450" cap="rnd" cmpd="sng">
                  <a:solidFill>
                    <a:srgbClr val="CAD2C5">
                      <a:alpha val="99000"/>
                    </a:srgbClr>
                  </a:solidFill>
                  <a:prstDash val="solid"/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AEF27E8E-D0DA-F14E-59C0-EA84CA08C56F}"/>
                  </a:ext>
                </a:extLst>
              </p:cNvPr>
              <p:cNvSpPr/>
              <p:nvPr/>
            </p:nvSpPr>
            <p:spPr>
              <a:xfrm>
                <a:off x="6253716" y="3942735"/>
                <a:ext cx="154306" cy="154301"/>
              </a:xfrm>
              <a:prstGeom prst="ellipse">
                <a:avLst/>
              </a:prstGeom>
              <a:grpFill/>
              <a:ln w="44450">
                <a:solidFill>
                  <a:srgbClr val="CAD2C5">
                    <a:alpha val="9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F582444B-462E-AAF2-7EB6-F2DA14D62C79}"/>
                  </a:ext>
                </a:extLst>
              </p:cNvPr>
              <p:cNvSpPr/>
              <p:nvPr/>
            </p:nvSpPr>
            <p:spPr>
              <a:xfrm>
                <a:off x="6098088" y="3787411"/>
                <a:ext cx="465561" cy="464950"/>
              </a:xfrm>
              <a:prstGeom prst="ellipse">
                <a:avLst/>
              </a:prstGeom>
              <a:grpFill/>
              <a:ln w="44450">
                <a:solidFill>
                  <a:srgbClr val="CAD2C5">
                    <a:alpha val="9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A340F3C1-045C-2D6A-084E-A9C0BEE3A60E}"/>
              </a:ext>
            </a:extLst>
          </p:cNvPr>
          <p:cNvGrpSpPr/>
          <p:nvPr/>
        </p:nvGrpSpPr>
        <p:grpSpPr>
          <a:xfrm>
            <a:off x="3100524" y="2292975"/>
            <a:ext cx="5580374" cy="1446550"/>
            <a:chOff x="3100524" y="2292975"/>
            <a:chExt cx="5580374" cy="144655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7C896BC-F7C0-D6C3-E772-75EB460E937D}"/>
                </a:ext>
              </a:extLst>
            </p:cNvPr>
            <p:cNvSpPr txBox="1"/>
            <p:nvPr/>
          </p:nvSpPr>
          <p:spPr>
            <a:xfrm>
              <a:off x="3100524" y="2292975"/>
              <a:ext cx="5580374" cy="1446550"/>
            </a:xfrm>
            <a:prstGeom prst="rect">
              <a:avLst/>
            </a:prstGeom>
            <a:noFill/>
            <a:effectLst>
              <a:reflection stA="45000" endPos="2000" dist="50800" dir="5400000" sy="-100000" algn="bl" rotWithShape="0"/>
            </a:effectLst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8800" dirty="0" err="1">
                  <a:ln>
                    <a:solidFill>
                      <a:srgbClr val="52796F"/>
                    </a:solidFill>
                  </a:ln>
                  <a:solidFill>
                    <a:srgbClr val="354F52"/>
                  </a:solidFill>
                  <a:effectLst>
                    <a:glow>
                      <a:schemeClr val="tx1"/>
                    </a:glow>
                    <a:outerShdw blurRad="88900" dist="50800" dir="1920000" sx="101000" sy="101000" algn="ctr" rotWithShape="0">
                      <a:srgbClr val="000000">
                        <a:alpha val="68000"/>
                      </a:srgbClr>
                    </a:outerShdw>
                    <a:reflection endPos="0" dist="88900" dir="5400000" sy="-100000" algn="bl" rotWithShape="0"/>
                  </a:effectLst>
                  <a:latin typeface="Arial Black" panose="020B0A04020102020204" pitchFamily="34" charset="0"/>
                </a:rPr>
                <a:t>bhr</a:t>
              </a:r>
              <a:r>
                <a:rPr lang="en-US" sz="8800" dirty="0">
                  <a:ln>
                    <a:solidFill>
                      <a:srgbClr val="52796F"/>
                    </a:solidFill>
                  </a:ln>
                  <a:solidFill>
                    <a:srgbClr val="354F52"/>
                  </a:solidFill>
                  <a:effectLst>
                    <a:glow>
                      <a:schemeClr val="tx1"/>
                    </a:glow>
                    <a:outerShdw blurRad="88900" dist="50800" dir="1920000" sx="101000" sy="101000" algn="ctr" rotWithShape="0">
                      <a:srgbClr val="000000">
                        <a:alpha val="68000"/>
                      </a:srgbClr>
                    </a:outerShdw>
                    <a:reflection endPos="0" dist="88900" dir="5400000" sy="-100000" algn="bl" rotWithShape="0"/>
                  </a:effectLst>
                  <a:latin typeface="Arial Black" panose="020B0A04020102020204" pitchFamily="34" charset="0"/>
                </a:rPr>
                <a:t>  m  n</a:t>
              </a: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CA5517F-BDE9-CD2A-1FF4-ED16FE178108}"/>
                </a:ext>
              </a:extLst>
            </p:cNvPr>
            <p:cNvGrpSpPr/>
            <p:nvPr/>
          </p:nvGrpSpPr>
          <p:grpSpPr>
            <a:xfrm>
              <a:off x="7146523" y="2828689"/>
              <a:ext cx="598388" cy="570370"/>
              <a:chOff x="6017774" y="3706728"/>
              <a:chExt cx="622011" cy="625380"/>
            </a:xfrm>
            <a:noFill/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54E1B340-09FB-9E95-8320-830A6CA3F1CC}"/>
                  </a:ext>
                </a:extLst>
              </p:cNvPr>
              <p:cNvSpPr/>
              <p:nvPr/>
            </p:nvSpPr>
            <p:spPr>
              <a:xfrm>
                <a:off x="6017774" y="3706728"/>
                <a:ext cx="622011" cy="625380"/>
              </a:xfrm>
              <a:prstGeom prst="ellipse">
                <a:avLst/>
              </a:prstGeom>
              <a:grpFill/>
              <a:ln w="187325" cap="rnd" cmpd="sng">
                <a:solidFill>
                  <a:srgbClr val="354F52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676910"/>
                          <a:gd name="csY0" fmla="*/ 338455 h 676910"/>
                          <a:gd name="csX1" fmla="*/ 338455 w 676910"/>
                          <a:gd name="csY1" fmla="*/ 0 h 676910"/>
                          <a:gd name="csX2" fmla="*/ 676910 w 676910"/>
                          <a:gd name="csY2" fmla="*/ 338455 h 676910"/>
                          <a:gd name="csX3" fmla="*/ 338455 w 676910"/>
                          <a:gd name="csY3" fmla="*/ 676910 h 676910"/>
                          <a:gd name="csX4" fmla="*/ 0 w 676910"/>
                          <a:gd name="csY4" fmla="*/ 338455 h 676910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</a:cxnLst>
                        <a:rect l="l" t="t" r="r" b="b"/>
                        <a:pathLst>
                          <a:path w="676910" h="676910" fill="none" extrusionOk="0">
                            <a:moveTo>
                              <a:pt x="0" y="338455"/>
                            </a:moveTo>
                            <a:cubicBezTo>
                              <a:pt x="35676" y="155763"/>
                              <a:pt x="158413" y="-14164"/>
                              <a:pt x="338455" y="0"/>
                            </a:cubicBezTo>
                            <a:cubicBezTo>
                              <a:pt x="499617" y="-3945"/>
                              <a:pt x="655846" y="171362"/>
                              <a:pt x="676910" y="338455"/>
                            </a:cubicBezTo>
                            <a:cubicBezTo>
                              <a:pt x="675463" y="511578"/>
                              <a:pt x="503775" y="706934"/>
                              <a:pt x="338455" y="676910"/>
                            </a:cubicBezTo>
                            <a:cubicBezTo>
                              <a:pt x="166134" y="685085"/>
                              <a:pt x="12531" y="528392"/>
                              <a:pt x="0" y="338455"/>
                            </a:cubicBezTo>
                            <a:close/>
                          </a:path>
                          <a:path w="676910" h="676910" stroke="0" extrusionOk="0">
                            <a:moveTo>
                              <a:pt x="0" y="338455"/>
                            </a:moveTo>
                            <a:cubicBezTo>
                              <a:pt x="-5409" y="148195"/>
                              <a:pt x="125719" y="9688"/>
                              <a:pt x="338455" y="0"/>
                            </a:cubicBezTo>
                            <a:cubicBezTo>
                              <a:pt x="547104" y="4574"/>
                              <a:pt x="665167" y="151904"/>
                              <a:pt x="676910" y="338455"/>
                            </a:cubicBezTo>
                            <a:cubicBezTo>
                              <a:pt x="657657" y="544180"/>
                              <a:pt x="521923" y="696015"/>
                              <a:pt x="338455" y="676910"/>
                            </a:cubicBezTo>
                            <a:cubicBezTo>
                              <a:pt x="146797" y="674320"/>
                              <a:pt x="34193" y="541717"/>
                              <a:pt x="0" y="338455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  <a:effectLst>
                <a:outerShdw blurRad="88900" dist="38100" dir="1920000" sx="101000" sy="101000" algn="ctr" rotWithShape="0">
                  <a:srgbClr val="000000">
                    <a:alpha val="68000"/>
                  </a:srgbClr>
                </a:outerShdw>
                <a:reflection endPos="0" dir="5400000" sy="-100000" algn="bl" rotWithShape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2FEE5B3F-9784-EB7F-05E6-C0805B444F58}"/>
                  </a:ext>
                </a:extLst>
              </p:cNvPr>
              <p:cNvGrpSpPr/>
              <p:nvPr/>
            </p:nvGrpSpPr>
            <p:grpSpPr>
              <a:xfrm>
                <a:off x="6096000" y="3786943"/>
                <a:ext cx="465561" cy="464950"/>
                <a:chOff x="6098088" y="3787411"/>
                <a:chExt cx="465561" cy="464950"/>
              </a:xfrm>
              <a:grpFill/>
              <a:effectLst>
                <a:glow>
                  <a:schemeClr val="accent1">
                    <a:alpha val="40000"/>
                  </a:schemeClr>
                </a:glow>
              </a:effectLst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610091EA-A7AB-A3CE-77F9-BA9CDB1347DE}"/>
                    </a:ext>
                  </a:extLst>
                </p:cNvPr>
                <p:cNvGrpSpPr/>
                <p:nvPr/>
              </p:nvGrpSpPr>
              <p:grpSpPr>
                <a:xfrm>
                  <a:off x="6098088" y="3787411"/>
                  <a:ext cx="465561" cy="464950"/>
                  <a:chOff x="5798079" y="3911237"/>
                  <a:chExt cx="465561" cy="464950"/>
                </a:xfrm>
                <a:grpFill/>
              </p:grpSpPr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A13473EA-9E68-A46A-2D98-CFF4A3518DD4}"/>
                      </a:ext>
                    </a:extLst>
                  </p:cNvPr>
                  <p:cNvCxnSpPr>
                    <a:cxnSpLocks/>
                    <a:stCxn id="39" idx="0"/>
                    <a:endCxn id="39" idx="4"/>
                  </p:cNvCxnSpPr>
                  <p:nvPr/>
                </p:nvCxnSpPr>
                <p:spPr>
                  <a:xfrm>
                    <a:off x="6030860" y="3911237"/>
                    <a:ext cx="0" cy="464950"/>
                  </a:xfrm>
                  <a:prstGeom prst="line">
                    <a:avLst/>
                  </a:prstGeom>
                  <a:grpFill/>
                  <a:ln w="44450" cap="rnd" cmpd="sng">
                    <a:solidFill>
                      <a:srgbClr val="CAD2C5">
                        <a:alpha val="99000"/>
                      </a:srgbClr>
                    </a:solidFill>
                    <a:prstDash val="solid"/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3BBFB976-B13A-C772-5C03-0210A557AB0E}"/>
                      </a:ext>
                    </a:extLst>
                  </p:cNvPr>
                  <p:cNvCxnSpPr>
                    <a:cxnSpLocks/>
                    <a:stCxn id="39" idx="7"/>
                    <a:endCxn id="39" idx="3"/>
                  </p:cNvCxnSpPr>
                  <p:nvPr/>
                </p:nvCxnSpPr>
                <p:spPr>
                  <a:xfrm flipH="1">
                    <a:off x="5866259" y="3979327"/>
                    <a:ext cx="329201" cy="328770"/>
                  </a:xfrm>
                  <a:prstGeom prst="line">
                    <a:avLst/>
                  </a:prstGeom>
                  <a:grpFill/>
                  <a:ln w="44450" cap="rnd" cmpd="sng">
                    <a:solidFill>
                      <a:srgbClr val="CAD2C5">
                        <a:alpha val="99000"/>
                      </a:srgbClr>
                    </a:solidFill>
                    <a:prstDash val="solid"/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4B33E03E-FF81-2B37-F5E4-58FB538E63B4}"/>
                      </a:ext>
                    </a:extLst>
                  </p:cNvPr>
                  <p:cNvCxnSpPr>
                    <a:cxnSpLocks/>
                    <a:stCxn id="39" idx="1"/>
                    <a:endCxn id="39" idx="5"/>
                  </p:cNvCxnSpPr>
                  <p:nvPr/>
                </p:nvCxnSpPr>
                <p:spPr>
                  <a:xfrm>
                    <a:off x="5866259" y="3979327"/>
                    <a:ext cx="329201" cy="328770"/>
                  </a:xfrm>
                  <a:prstGeom prst="line">
                    <a:avLst/>
                  </a:prstGeom>
                  <a:grpFill/>
                  <a:ln w="44450" cap="rnd" cmpd="sng">
                    <a:solidFill>
                      <a:srgbClr val="CAD2C5">
                        <a:alpha val="99000"/>
                      </a:srgbClr>
                    </a:solidFill>
                    <a:prstDash val="solid"/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Connector 42">
                    <a:extLst>
                      <a:ext uri="{FF2B5EF4-FFF2-40B4-BE49-F238E27FC236}">
                        <a16:creationId xmlns:a16="http://schemas.microsoft.com/office/drawing/2014/main" id="{7C68D1D8-419B-8A92-6808-B5CB09D352F6}"/>
                      </a:ext>
                    </a:extLst>
                  </p:cNvPr>
                  <p:cNvCxnSpPr>
                    <a:cxnSpLocks/>
                    <a:stCxn id="39" idx="6"/>
                    <a:endCxn id="39" idx="2"/>
                  </p:cNvCxnSpPr>
                  <p:nvPr/>
                </p:nvCxnSpPr>
                <p:spPr>
                  <a:xfrm flipH="1">
                    <a:off x="5798079" y="4143712"/>
                    <a:ext cx="465561" cy="0"/>
                  </a:xfrm>
                  <a:prstGeom prst="line">
                    <a:avLst/>
                  </a:prstGeom>
                  <a:grpFill/>
                  <a:ln w="44450" cap="rnd" cmpd="sng">
                    <a:solidFill>
                      <a:srgbClr val="CAD2C5">
                        <a:alpha val="99000"/>
                      </a:srgbClr>
                    </a:solidFill>
                    <a:prstDash val="solid"/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B7FC3FAD-3EE3-A960-106E-E0EA2FEFB6B5}"/>
                    </a:ext>
                  </a:extLst>
                </p:cNvPr>
                <p:cNvSpPr/>
                <p:nvPr/>
              </p:nvSpPr>
              <p:spPr>
                <a:xfrm>
                  <a:off x="6253716" y="3942735"/>
                  <a:ext cx="154306" cy="154301"/>
                </a:xfrm>
                <a:prstGeom prst="ellipse">
                  <a:avLst/>
                </a:prstGeom>
                <a:grpFill/>
                <a:ln w="44450">
                  <a:solidFill>
                    <a:srgbClr val="CAD2C5">
                      <a:alpha val="99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57C05188-6B77-2938-34C1-C5F0E12CB9C3}"/>
                    </a:ext>
                  </a:extLst>
                </p:cNvPr>
                <p:cNvSpPr/>
                <p:nvPr/>
              </p:nvSpPr>
              <p:spPr>
                <a:xfrm>
                  <a:off x="6098088" y="3787411"/>
                  <a:ext cx="465561" cy="464950"/>
                </a:xfrm>
                <a:prstGeom prst="ellipse">
                  <a:avLst/>
                </a:prstGeom>
                <a:grpFill/>
                <a:ln w="44450">
                  <a:solidFill>
                    <a:srgbClr val="CAD2C5">
                      <a:alpha val="99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67AF191-4EB9-9461-2ADA-812A3CA53822}"/>
                </a:ext>
              </a:extLst>
            </p:cNvPr>
            <p:cNvGrpSpPr/>
            <p:nvPr/>
          </p:nvGrpSpPr>
          <p:grpSpPr>
            <a:xfrm>
              <a:off x="5300522" y="2828689"/>
              <a:ext cx="598388" cy="570370"/>
              <a:chOff x="6017774" y="3706728"/>
              <a:chExt cx="622011" cy="625380"/>
            </a:xfrm>
            <a:noFill/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3F335DD8-948F-EF06-B249-A01CCD7235C7}"/>
                  </a:ext>
                </a:extLst>
              </p:cNvPr>
              <p:cNvSpPr/>
              <p:nvPr/>
            </p:nvSpPr>
            <p:spPr>
              <a:xfrm>
                <a:off x="6017774" y="3706728"/>
                <a:ext cx="622011" cy="625380"/>
              </a:xfrm>
              <a:prstGeom prst="ellipse">
                <a:avLst/>
              </a:prstGeom>
              <a:grpFill/>
              <a:ln w="187325" cap="rnd" cmpd="sng">
                <a:solidFill>
                  <a:srgbClr val="354F52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676910"/>
                          <a:gd name="csY0" fmla="*/ 338455 h 676910"/>
                          <a:gd name="csX1" fmla="*/ 338455 w 676910"/>
                          <a:gd name="csY1" fmla="*/ 0 h 676910"/>
                          <a:gd name="csX2" fmla="*/ 676910 w 676910"/>
                          <a:gd name="csY2" fmla="*/ 338455 h 676910"/>
                          <a:gd name="csX3" fmla="*/ 338455 w 676910"/>
                          <a:gd name="csY3" fmla="*/ 676910 h 676910"/>
                          <a:gd name="csX4" fmla="*/ 0 w 676910"/>
                          <a:gd name="csY4" fmla="*/ 338455 h 676910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</a:cxnLst>
                        <a:rect l="l" t="t" r="r" b="b"/>
                        <a:pathLst>
                          <a:path w="676910" h="676910" fill="none" extrusionOk="0">
                            <a:moveTo>
                              <a:pt x="0" y="338455"/>
                            </a:moveTo>
                            <a:cubicBezTo>
                              <a:pt x="35676" y="155763"/>
                              <a:pt x="158413" y="-14164"/>
                              <a:pt x="338455" y="0"/>
                            </a:cubicBezTo>
                            <a:cubicBezTo>
                              <a:pt x="499617" y="-3945"/>
                              <a:pt x="655846" y="171362"/>
                              <a:pt x="676910" y="338455"/>
                            </a:cubicBezTo>
                            <a:cubicBezTo>
                              <a:pt x="675463" y="511578"/>
                              <a:pt x="503775" y="706934"/>
                              <a:pt x="338455" y="676910"/>
                            </a:cubicBezTo>
                            <a:cubicBezTo>
                              <a:pt x="166134" y="685085"/>
                              <a:pt x="12531" y="528392"/>
                              <a:pt x="0" y="338455"/>
                            </a:cubicBezTo>
                            <a:close/>
                          </a:path>
                          <a:path w="676910" h="676910" stroke="0" extrusionOk="0">
                            <a:moveTo>
                              <a:pt x="0" y="338455"/>
                            </a:moveTo>
                            <a:cubicBezTo>
                              <a:pt x="-5409" y="148195"/>
                              <a:pt x="125719" y="9688"/>
                              <a:pt x="338455" y="0"/>
                            </a:cubicBezTo>
                            <a:cubicBezTo>
                              <a:pt x="547104" y="4574"/>
                              <a:pt x="665167" y="151904"/>
                              <a:pt x="676910" y="338455"/>
                            </a:cubicBezTo>
                            <a:cubicBezTo>
                              <a:pt x="657657" y="544180"/>
                              <a:pt x="521923" y="696015"/>
                              <a:pt x="338455" y="676910"/>
                            </a:cubicBezTo>
                            <a:cubicBezTo>
                              <a:pt x="146797" y="674320"/>
                              <a:pt x="34193" y="541717"/>
                              <a:pt x="0" y="338455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  <a:effectLst>
                <a:outerShdw blurRad="88900" dist="38100" dir="1920000" sx="101000" sy="101000" algn="ctr" rotWithShape="0">
                  <a:srgbClr val="000000">
                    <a:alpha val="68000"/>
                  </a:srgbClr>
                </a:outerShdw>
                <a:reflection endPos="0" dir="5400000" sy="-100000" algn="bl" rotWithShape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4C646929-3F50-B697-2FA8-0571B398D9FE}"/>
                  </a:ext>
                </a:extLst>
              </p:cNvPr>
              <p:cNvGrpSpPr/>
              <p:nvPr/>
            </p:nvGrpSpPr>
            <p:grpSpPr>
              <a:xfrm>
                <a:off x="6096000" y="3786943"/>
                <a:ext cx="465561" cy="464950"/>
                <a:chOff x="6098088" y="3787411"/>
                <a:chExt cx="465561" cy="464950"/>
              </a:xfrm>
              <a:grpFill/>
              <a:effectLst>
                <a:glow>
                  <a:schemeClr val="accent1">
                    <a:alpha val="40000"/>
                  </a:schemeClr>
                </a:glow>
              </a:effectLst>
            </p:grpSpPr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F173BA44-5876-9D1F-FCD3-59D238A32222}"/>
                    </a:ext>
                  </a:extLst>
                </p:cNvPr>
                <p:cNvGrpSpPr/>
                <p:nvPr/>
              </p:nvGrpSpPr>
              <p:grpSpPr>
                <a:xfrm>
                  <a:off x="6098088" y="3787411"/>
                  <a:ext cx="465561" cy="464950"/>
                  <a:chOff x="5798079" y="3911237"/>
                  <a:chExt cx="465561" cy="464950"/>
                </a:xfrm>
                <a:grpFill/>
              </p:grpSpPr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F682D625-D606-DC08-67F5-A43407258ADB}"/>
                      </a:ext>
                    </a:extLst>
                  </p:cNvPr>
                  <p:cNvCxnSpPr>
                    <a:cxnSpLocks/>
                    <a:stCxn id="49" idx="0"/>
                    <a:endCxn id="49" idx="4"/>
                  </p:cNvCxnSpPr>
                  <p:nvPr/>
                </p:nvCxnSpPr>
                <p:spPr>
                  <a:xfrm>
                    <a:off x="6030860" y="3911237"/>
                    <a:ext cx="0" cy="464950"/>
                  </a:xfrm>
                  <a:prstGeom prst="line">
                    <a:avLst/>
                  </a:prstGeom>
                  <a:grpFill/>
                  <a:ln w="44450" cap="rnd" cmpd="sng">
                    <a:solidFill>
                      <a:srgbClr val="CAD2C5">
                        <a:alpha val="99000"/>
                      </a:srgbClr>
                    </a:solidFill>
                    <a:prstDash val="solid"/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B98FF9A8-2A1B-3E6D-C736-B690F3F16A54}"/>
                      </a:ext>
                    </a:extLst>
                  </p:cNvPr>
                  <p:cNvCxnSpPr>
                    <a:cxnSpLocks/>
                    <a:stCxn id="49" idx="7"/>
                    <a:endCxn id="49" idx="3"/>
                  </p:cNvCxnSpPr>
                  <p:nvPr/>
                </p:nvCxnSpPr>
                <p:spPr>
                  <a:xfrm flipH="1">
                    <a:off x="5866259" y="3979327"/>
                    <a:ext cx="329201" cy="328770"/>
                  </a:xfrm>
                  <a:prstGeom prst="line">
                    <a:avLst/>
                  </a:prstGeom>
                  <a:grpFill/>
                  <a:ln w="44450" cap="rnd" cmpd="sng">
                    <a:solidFill>
                      <a:srgbClr val="CAD2C5">
                        <a:alpha val="99000"/>
                      </a:srgbClr>
                    </a:solidFill>
                    <a:prstDash val="solid"/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B0E60109-FCFE-E2F3-96F3-A16AF18012A5}"/>
                      </a:ext>
                    </a:extLst>
                  </p:cNvPr>
                  <p:cNvCxnSpPr>
                    <a:cxnSpLocks/>
                    <a:stCxn id="49" idx="1"/>
                    <a:endCxn id="49" idx="5"/>
                  </p:cNvCxnSpPr>
                  <p:nvPr/>
                </p:nvCxnSpPr>
                <p:spPr>
                  <a:xfrm>
                    <a:off x="5866259" y="3979327"/>
                    <a:ext cx="329201" cy="328770"/>
                  </a:xfrm>
                  <a:prstGeom prst="line">
                    <a:avLst/>
                  </a:prstGeom>
                  <a:grpFill/>
                  <a:ln w="44450" cap="rnd" cmpd="sng">
                    <a:solidFill>
                      <a:srgbClr val="CAD2C5">
                        <a:alpha val="99000"/>
                      </a:srgbClr>
                    </a:solidFill>
                    <a:prstDash val="solid"/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B4396737-A094-68B7-1688-C2A3D763DDA9}"/>
                      </a:ext>
                    </a:extLst>
                  </p:cNvPr>
                  <p:cNvCxnSpPr>
                    <a:cxnSpLocks/>
                    <a:stCxn id="49" idx="6"/>
                    <a:endCxn id="49" idx="2"/>
                  </p:cNvCxnSpPr>
                  <p:nvPr/>
                </p:nvCxnSpPr>
                <p:spPr>
                  <a:xfrm flipH="1">
                    <a:off x="5798079" y="4143712"/>
                    <a:ext cx="465561" cy="0"/>
                  </a:xfrm>
                  <a:prstGeom prst="line">
                    <a:avLst/>
                  </a:prstGeom>
                  <a:grpFill/>
                  <a:ln w="44450" cap="rnd" cmpd="sng">
                    <a:solidFill>
                      <a:srgbClr val="CAD2C5">
                        <a:alpha val="99000"/>
                      </a:srgbClr>
                    </a:solidFill>
                    <a:prstDash val="solid"/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23636B6C-CEC9-366D-0BEE-A66D2E190A56}"/>
                    </a:ext>
                  </a:extLst>
                </p:cNvPr>
                <p:cNvSpPr/>
                <p:nvPr/>
              </p:nvSpPr>
              <p:spPr>
                <a:xfrm>
                  <a:off x="6253716" y="3942735"/>
                  <a:ext cx="154306" cy="154301"/>
                </a:xfrm>
                <a:prstGeom prst="ellipse">
                  <a:avLst/>
                </a:prstGeom>
                <a:grpFill/>
                <a:ln w="44450">
                  <a:solidFill>
                    <a:srgbClr val="CAD2C5">
                      <a:alpha val="99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CCFCBBBD-F48E-52BD-906E-F1026F612C3C}"/>
                    </a:ext>
                  </a:extLst>
                </p:cNvPr>
                <p:cNvSpPr/>
                <p:nvPr/>
              </p:nvSpPr>
              <p:spPr>
                <a:xfrm>
                  <a:off x="6098088" y="3787411"/>
                  <a:ext cx="465561" cy="464950"/>
                </a:xfrm>
                <a:prstGeom prst="ellipse">
                  <a:avLst/>
                </a:prstGeom>
                <a:grpFill/>
                <a:ln w="44450">
                  <a:solidFill>
                    <a:srgbClr val="CAD2C5">
                      <a:alpha val="99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819328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8F914-FBCF-72BA-7187-6567A9D69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EA1A21E-1B1A-0FB7-D4AF-15FF706590CB}"/>
              </a:ext>
            </a:extLst>
          </p:cNvPr>
          <p:cNvGrpSpPr/>
          <p:nvPr/>
        </p:nvGrpSpPr>
        <p:grpSpPr>
          <a:xfrm>
            <a:off x="5367592" y="4876121"/>
            <a:ext cx="596299" cy="580338"/>
            <a:chOff x="6017774" y="3706728"/>
            <a:chExt cx="622011" cy="625380"/>
          </a:xfrm>
          <a:noFill/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41881A5-F5FE-A5A5-7525-850E440BEACB}"/>
                </a:ext>
              </a:extLst>
            </p:cNvPr>
            <p:cNvSpPr/>
            <p:nvPr/>
          </p:nvSpPr>
          <p:spPr>
            <a:xfrm>
              <a:off x="6017774" y="3706728"/>
              <a:ext cx="622011" cy="625380"/>
            </a:xfrm>
            <a:prstGeom prst="ellipse">
              <a:avLst/>
            </a:prstGeom>
            <a:grpFill/>
            <a:ln w="187325" cap="rnd" cmpd="sng">
              <a:solidFill>
                <a:srgbClr val="354F52"/>
              </a:solidFill>
              <a:extLst>
                <a:ext uri="{C807C97D-BFC1-408E-A445-0C87EB9F89A2}">
                  <ask:lineSketchStyleProps xmlns:ask="http://schemas.microsoft.com/office/drawing/2018/sketchyshapes" sd="1219033472">
                    <a:custGeom>
                      <a:avLst/>
                      <a:gdLst>
                        <a:gd name="csX0" fmla="*/ 0 w 676910"/>
                        <a:gd name="csY0" fmla="*/ 338455 h 676910"/>
                        <a:gd name="csX1" fmla="*/ 338455 w 676910"/>
                        <a:gd name="csY1" fmla="*/ 0 h 676910"/>
                        <a:gd name="csX2" fmla="*/ 676910 w 676910"/>
                        <a:gd name="csY2" fmla="*/ 338455 h 676910"/>
                        <a:gd name="csX3" fmla="*/ 338455 w 676910"/>
                        <a:gd name="csY3" fmla="*/ 676910 h 676910"/>
                        <a:gd name="csX4" fmla="*/ 0 w 676910"/>
                        <a:gd name="csY4" fmla="*/ 338455 h 676910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676910" h="676910" fill="none" extrusionOk="0">
                          <a:moveTo>
                            <a:pt x="0" y="338455"/>
                          </a:moveTo>
                          <a:cubicBezTo>
                            <a:pt x="35676" y="155763"/>
                            <a:pt x="158413" y="-14164"/>
                            <a:pt x="338455" y="0"/>
                          </a:cubicBezTo>
                          <a:cubicBezTo>
                            <a:pt x="499617" y="-3945"/>
                            <a:pt x="655846" y="171362"/>
                            <a:pt x="676910" y="338455"/>
                          </a:cubicBezTo>
                          <a:cubicBezTo>
                            <a:pt x="675463" y="511578"/>
                            <a:pt x="503775" y="706934"/>
                            <a:pt x="338455" y="676910"/>
                          </a:cubicBezTo>
                          <a:cubicBezTo>
                            <a:pt x="166134" y="685085"/>
                            <a:pt x="12531" y="528392"/>
                            <a:pt x="0" y="338455"/>
                          </a:cubicBezTo>
                          <a:close/>
                        </a:path>
                        <a:path w="676910" h="676910" stroke="0" extrusionOk="0">
                          <a:moveTo>
                            <a:pt x="0" y="338455"/>
                          </a:moveTo>
                          <a:cubicBezTo>
                            <a:pt x="-5409" y="148195"/>
                            <a:pt x="125719" y="9688"/>
                            <a:pt x="338455" y="0"/>
                          </a:cubicBezTo>
                          <a:cubicBezTo>
                            <a:pt x="547104" y="4574"/>
                            <a:pt x="665167" y="151904"/>
                            <a:pt x="676910" y="338455"/>
                          </a:cubicBezTo>
                          <a:cubicBezTo>
                            <a:pt x="657657" y="544180"/>
                            <a:pt x="521923" y="696015"/>
                            <a:pt x="338455" y="676910"/>
                          </a:cubicBezTo>
                          <a:cubicBezTo>
                            <a:pt x="146797" y="674320"/>
                            <a:pt x="34193" y="541717"/>
                            <a:pt x="0" y="338455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  <a:effectLst>
              <a:outerShdw blurRad="88900" dist="38100" dir="1920000" sx="101000" sy="101000" algn="ctr" rotWithShape="0">
                <a:srgbClr val="000000">
                  <a:alpha val="68000"/>
                </a:srgbClr>
              </a:outerShdw>
              <a:reflection endPos="0" dir="5400000" sy="-100000" algn="bl" rotWithShape="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BD3DF0C-43AA-D219-A31E-E2C3E6A84A78}"/>
                </a:ext>
              </a:extLst>
            </p:cNvPr>
            <p:cNvGrpSpPr/>
            <p:nvPr/>
          </p:nvGrpSpPr>
          <p:grpSpPr>
            <a:xfrm>
              <a:off x="6096000" y="3786943"/>
              <a:ext cx="465561" cy="464950"/>
              <a:chOff x="6098088" y="3787411"/>
              <a:chExt cx="465561" cy="464950"/>
            </a:xfrm>
            <a:grpFill/>
            <a:effectLst>
              <a:glow>
                <a:schemeClr val="accent1">
                  <a:alpha val="40000"/>
                </a:schemeClr>
              </a:glow>
            </a:effectLst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C17D798E-D4C6-747A-7F72-9A4C503C1318}"/>
                  </a:ext>
                </a:extLst>
              </p:cNvPr>
              <p:cNvGrpSpPr/>
              <p:nvPr/>
            </p:nvGrpSpPr>
            <p:grpSpPr>
              <a:xfrm>
                <a:off x="6098088" y="3787411"/>
                <a:ext cx="465561" cy="464950"/>
                <a:chOff x="5798079" y="3911237"/>
                <a:chExt cx="465561" cy="464950"/>
              </a:xfrm>
              <a:grpFill/>
            </p:grpSpPr>
            <p:cxnSp>
              <p:nvCxnSpPr>
                <p:cNvPr id="28" name="Straight Connector 27">
                  <a:extLst>
                    <a:ext uri="{FF2B5EF4-FFF2-40B4-BE49-F238E27FC236}">
                      <a16:creationId xmlns:a16="http://schemas.microsoft.com/office/drawing/2014/main" id="{134DDA74-8C73-52E8-A996-454CB0BCD2CD}"/>
                    </a:ext>
                  </a:extLst>
                </p:cNvPr>
                <p:cNvCxnSpPr>
                  <a:cxnSpLocks/>
                  <a:stCxn id="27" idx="0"/>
                  <a:endCxn id="27" idx="4"/>
                </p:cNvCxnSpPr>
                <p:nvPr/>
              </p:nvCxnSpPr>
              <p:spPr>
                <a:xfrm>
                  <a:off x="6030860" y="3911237"/>
                  <a:ext cx="0" cy="464950"/>
                </a:xfrm>
                <a:prstGeom prst="line">
                  <a:avLst/>
                </a:prstGeom>
                <a:grpFill/>
                <a:ln w="44450" cap="rnd" cmpd="sng">
                  <a:solidFill>
                    <a:srgbClr val="CAD2C5">
                      <a:alpha val="99000"/>
                    </a:srgbClr>
                  </a:solidFill>
                  <a:prstDash val="solid"/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Connector 28">
                  <a:extLst>
                    <a:ext uri="{FF2B5EF4-FFF2-40B4-BE49-F238E27FC236}">
                      <a16:creationId xmlns:a16="http://schemas.microsoft.com/office/drawing/2014/main" id="{8B6A919D-15E5-3777-700E-B7168DF62034}"/>
                    </a:ext>
                  </a:extLst>
                </p:cNvPr>
                <p:cNvCxnSpPr>
                  <a:cxnSpLocks/>
                  <a:stCxn id="27" idx="7"/>
                  <a:endCxn id="27" idx="3"/>
                </p:cNvCxnSpPr>
                <p:nvPr/>
              </p:nvCxnSpPr>
              <p:spPr>
                <a:xfrm flipH="1">
                  <a:off x="5866259" y="3979327"/>
                  <a:ext cx="329201" cy="328770"/>
                </a:xfrm>
                <a:prstGeom prst="line">
                  <a:avLst/>
                </a:prstGeom>
                <a:grpFill/>
                <a:ln w="44450" cap="rnd" cmpd="sng">
                  <a:solidFill>
                    <a:srgbClr val="CAD2C5">
                      <a:alpha val="99000"/>
                    </a:srgbClr>
                  </a:solidFill>
                  <a:prstDash val="solid"/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Straight Connector 29">
                  <a:extLst>
                    <a:ext uri="{FF2B5EF4-FFF2-40B4-BE49-F238E27FC236}">
                      <a16:creationId xmlns:a16="http://schemas.microsoft.com/office/drawing/2014/main" id="{1866CF64-F5E8-135F-7915-872CEFF16164}"/>
                    </a:ext>
                  </a:extLst>
                </p:cNvPr>
                <p:cNvCxnSpPr>
                  <a:cxnSpLocks/>
                  <a:stCxn id="27" idx="1"/>
                  <a:endCxn id="27" idx="5"/>
                </p:cNvCxnSpPr>
                <p:nvPr/>
              </p:nvCxnSpPr>
              <p:spPr>
                <a:xfrm>
                  <a:off x="5866259" y="3979327"/>
                  <a:ext cx="329201" cy="328770"/>
                </a:xfrm>
                <a:prstGeom prst="line">
                  <a:avLst/>
                </a:prstGeom>
                <a:grpFill/>
                <a:ln w="44450" cap="rnd" cmpd="sng">
                  <a:solidFill>
                    <a:srgbClr val="CAD2C5">
                      <a:alpha val="99000"/>
                    </a:srgbClr>
                  </a:solidFill>
                  <a:prstDash val="solid"/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Connector 30">
                  <a:extLst>
                    <a:ext uri="{FF2B5EF4-FFF2-40B4-BE49-F238E27FC236}">
                      <a16:creationId xmlns:a16="http://schemas.microsoft.com/office/drawing/2014/main" id="{4BB1BCD2-2BA1-16F7-C552-084C0C3AB92C}"/>
                    </a:ext>
                  </a:extLst>
                </p:cNvPr>
                <p:cNvCxnSpPr>
                  <a:cxnSpLocks/>
                  <a:stCxn id="27" idx="6"/>
                  <a:endCxn id="27" idx="2"/>
                </p:cNvCxnSpPr>
                <p:nvPr/>
              </p:nvCxnSpPr>
              <p:spPr>
                <a:xfrm flipH="1">
                  <a:off x="5798079" y="4143712"/>
                  <a:ext cx="465561" cy="0"/>
                </a:xfrm>
                <a:prstGeom prst="line">
                  <a:avLst/>
                </a:prstGeom>
                <a:grpFill/>
                <a:ln w="44450" cap="rnd" cmpd="sng">
                  <a:solidFill>
                    <a:srgbClr val="CAD2C5">
                      <a:alpha val="99000"/>
                    </a:srgbClr>
                  </a:solidFill>
                  <a:prstDash val="solid"/>
                  <a:round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3C564CB8-A8B6-AC08-FBB2-BDF0300C20D6}"/>
                  </a:ext>
                </a:extLst>
              </p:cNvPr>
              <p:cNvSpPr/>
              <p:nvPr/>
            </p:nvSpPr>
            <p:spPr>
              <a:xfrm>
                <a:off x="6253716" y="3942735"/>
                <a:ext cx="154306" cy="154301"/>
              </a:xfrm>
              <a:prstGeom prst="ellipse">
                <a:avLst/>
              </a:prstGeom>
              <a:grpFill/>
              <a:ln w="44450">
                <a:solidFill>
                  <a:srgbClr val="CAD2C5">
                    <a:alpha val="9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7A6EFDDB-91DC-7D67-2175-4984AA106007}"/>
                  </a:ext>
                </a:extLst>
              </p:cNvPr>
              <p:cNvSpPr/>
              <p:nvPr/>
            </p:nvSpPr>
            <p:spPr>
              <a:xfrm>
                <a:off x="6098088" y="3787411"/>
                <a:ext cx="465561" cy="464950"/>
              </a:xfrm>
              <a:prstGeom prst="ellipse">
                <a:avLst/>
              </a:prstGeom>
              <a:grpFill/>
              <a:ln w="44450">
                <a:solidFill>
                  <a:srgbClr val="CAD2C5">
                    <a:alpha val="99000"/>
                  </a:srgb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A2A9EF3-8028-5D25-6936-4BE313C956C3}"/>
              </a:ext>
            </a:extLst>
          </p:cNvPr>
          <p:cNvGrpSpPr/>
          <p:nvPr/>
        </p:nvGrpSpPr>
        <p:grpSpPr>
          <a:xfrm>
            <a:off x="3100524" y="2292975"/>
            <a:ext cx="5626916" cy="1446550"/>
            <a:chOff x="3100524" y="2292975"/>
            <a:chExt cx="5580374" cy="144655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B653A0C-4AB4-3770-B206-16E38F68D635}"/>
                </a:ext>
              </a:extLst>
            </p:cNvPr>
            <p:cNvSpPr txBox="1"/>
            <p:nvPr/>
          </p:nvSpPr>
          <p:spPr>
            <a:xfrm>
              <a:off x="3100524" y="2292975"/>
              <a:ext cx="5580374" cy="1446550"/>
            </a:xfrm>
            <a:prstGeom prst="rect">
              <a:avLst/>
            </a:prstGeom>
            <a:noFill/>
            <a:effectLst>
              <a:reflection stA="45000" endPos="2000" dist="50800" dir="5400000" sy="-100000" algn="bl" rotWithShape="0"/>
            </a:effectLst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8800" dirty="0" err="1">
                  <a:ln>
                    <a:solidFill>
                      <a:srgbClr val="52796F"/>
                    </a:solidFill>
                  </a:ln>
                  <a:solidFill>
                    <a:srgbClr val="354F52"/>
                  </a:solidFill>
                  <a:effectLst>
                    <a:glow>
                      <a:schemeClr val="tx1"/>
                    </a:glow>
                    <a:outerShdw blurRad="88900" dist="50800" dir="1920000" sx="101000" sy="101000" algn="ctr" rotWithShape="0">
                      <a:srgbClr val="000000">
                        <a:alpha val="68000"/>
                      </a:srgbClr>
                    </a:outerShdw>
                    <a:reflection endPos="0" dist="88900" dir="5400000" sy="-100000" algn="bl" rotWithShape="0"/>
                  </a:effectLst>
                  <a:latin typeface="Arial Black" panose="020B0A04020102020204" pitchFamily="34" charset="0"/>
                </a:rPr>
                <a:t>bhr</a:t>
              </a:r>
              <a:r>
                <a:rPr lang="en-US" sz="8800" dirty="0">
                  <a:ln>
                    <a:solidFill>
                      <a:srgbClr val="52796F"/>
                    </a:solidFill>
                  </a:ln>
                  <a:solidFill>
                    <a:srgbClr val="354F52"/>
                  </a:solidFill>
                  <a:effectLst>
                    <a:glow>
                      <a:schemeClr val="tx1"/>
                    </a:glow>
                    <a:outerShdw blurRad="88900" dist="50800" dir="1920000" sx="101000" sy="101000" algn="ctr" rotWithShape="0">
                      <a:srgbClr val="000000">
                        <a:alpha val="68000"/>
                      </a:srgbClr>
                    </a:outerShdw>
                    <a:reflection endPos="0" dist="88900" dir="5400000" sy="-100000" algn="bl" rotWithShape="0"/>
                  </a:effectLst>
                  <a:latin typeface="Arial Black" panose="020B0A04020102020204" pitchFamily="34" charset="0"/>
                </a:rPr>
                <a:t>  m  n</a:t>
              </a: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46CDA3B-0255-A272-E54A-9EEC02D8FBF1}"/>
                </a:ext>
              </a:extLst>
            </p:cNvPr>
            <p:cNvGrpSpPr/>
            <p:nvPr/>
          </p:nvGrpSpPr>
          <p:grpSpPr>
            <a:xfrm>
              <a:off x="7146523" y="2828689"/>
              <a:ext cx="598388" cy="570370"/>
              <a:chOff x="6017774" y="3706728"/>
              <a:chExt cx="622011" cy="625380"/>
            </a:xfrm>
            <a:noFill/>
          </p:grpSpPr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6425A205-4713-F765-E8D3-8C3CC06ABDC0}"/>
                  </a:ext>
                </a:extLst>
              </p:cNvPr>
              <p:cNvSpPr/>
              <p:nvPr/>
            </p:nvSpPr>
            <p:spPr>
              <a:xfrm>
                <a:off x="6017774" y="3706728"/>
                <a:ext cx="622011" cy="625380"/>
              </a:xfrm>
              <a:prstGeom prst="ellipse">
                <a:avLst/>
              </a:prstGeom>
              <a:grpFill/>
              <a:ln w="187325" cap="rnd" cmpd="sng">
                <a:solidFill>
                  <a:srgbClr val="354F52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676910"/>
                          <a:gd name="csY0" fmla="*/ 338455 h 676910"/>
                          <a:gd name="csX1" fmla="*/ 338455 w 676910"/>
                          <a:gd name="csY1" fmla="*/ 0 h 676910"/>
                          <a:gd name="csX2" fmla="*/ 676910 w 676910"/>
                          <a:gd name="csY2" fmla="*/ 338455 h 676910"/>
                          <a:gd name="csX3" fmla="*/ 338455 w 676910"/>
                          <a:gd name="csY3" fmla="*/ 676910 h 676910"/>
                          <a:gd name="csX4" fmla="*/ 0 w 676910"/>
                          <a:gd name="csY4" fmla="*/ 338455 h 676910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</a:cxnLst>
                        <a:rect l="l" t="t" r="r" b="b"/>
                        <a:pathLst>
                          <a:path w="676910" h="676910" fill="none" extrusionOk="0">
                            <a:moveTo>
                              <a:pt x="0" y="338455"/>
                            </a:moveTo>
                            <a:cubicBezTo>
                              <a:pt x="35676" y="155763"/>
                              <a:pt x="158413" y="-14164"/>
                              <a:pt x="338455" y="0"/>
                            </a:cubicBezTo>
                            <a:cubicBezTo>
                              <a:pt x="499617" y="-3945"/>
                              <a:pt x="655846" y="171362"/>
                              <a:pt x="676910" y="338455"/>
                            </a:cubicBezTo>
                            <a:cubicBezTo>
                              <a:pt x="675463" y="511578"/>
                              <a:pt x="503775" y="706934"/>
                              <a:pt x="338455" y="676910"/>
                            </a:cubicBezTo>
                            <a:cubicBezTo>
                              <a:pt x="166134" y="685085"/>
                              <a:pt x="12531" y="528392"/>
                              <a:pt x="0" y="338455"/>
                            </a:cubicBezTo>
                            <a:close/>
                          </a:path>
                          <a:path w="676910" h="676910" stroke="0" extrusionOk="0">
                            <a:moveTo>
                              <a:pt x="0" y="338455"/>
                            </a:moveTo>
                            <a:cubicBezTo>
                              <a:pt x="-5409" y="148195"/>
                              <a:pt x="125719" y="9688"/>
                              <a:pt x="338455" y="0"/>
                            </a:cubicBezTo>
                            <a:cubicBezTo>
                              <a:pt x="547104" y="4574"/>
                              <a:pt x="665167" y="151904"/>
                              <a:pt x="676910" y="338455"/>
                            </a:cubicBezTo>
                            <a:cubicBezTo>
                              <a:pt x="657657" y="544180"/>
                              <a:pt x="521923" y="696015"/>
                              <a:pt x="338455" y="676910"/>
                            </a:cubicBezTo>
                            <a:cubicBezTo>
                              <a:pt x="146797" y="674320"/>
                              <a:pt x="34193" y="541717"/>
                              <a:pt x="0" y="338455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  <a:effectLst>
                <a:outerShdw blurRad="88900" dist="38100" dir="1920000" sx="101000" sy="101000" algn="ctr" rotWithShape="0">
                  <a:srgbClr val="000000">
                    <a:alpha val="68000"/>
                  </a:srgbClr>
                </a:outerShdw>
                <a:reflection endPos="0" dir="5400000" sy="-100000" algn="bl" rotWithShape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92F7B6BF-60AA-E1A9-E3C3-64056BFF6478}"/>
                  </a:ext>
                </a:extLst>
              </p:cNvPr>
              <p:cNvGrpSpPr/>
              <p:nvPr/>
            </p:nvGrpSpPr>
            <p:grpSpPr>
              <a:xfrm>
                <a:off x="6096000" y="3786943"/>
                <a:ext cx="465561" cy="464950"/>
                <a:chOff x="6098088" y="3787411"/>
                <a:chExt cx="465561" cy="464950"/>
              </a:xfrm>
              <a:grpFill/>
              <a:effectLst>
                <a:glow>
                  <a:schemeClr val="accent1">
                    <a:alpha val="40000"/>
                  </a:schemeClr>
                </a:glow>
              </a:effectLst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ABAAD0B3-058D-92F6-1561-F7AABEC5263F}"/>
                    </a:ext>
                  </a:extLst>
                </p:cNvPr>
                <p:cNvGrpSpPr/>
                <p:nvPr/>
              </p:nvGrpSpPr>
              <p:grpSpPr>
                <a:xfrm>
                  <a:off x="6098088" y="3787411"/>
                  <a:ext cx="465561" cy="464950"/>
                  <a:chOff x="5798079" y="3911237"/>
                  <a:chExt cx="465561" cy="464950"/>
                </a:xfrm>
                <a:grpFill/>
              </p:grpSpPr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8C3541EC-6427-4D41-8B38-873A7B3A3593}"/>
                      </a:ext>
                    </a:extLst>
                  </p:cNvPr>
                  <p:cNvCxnSpPr>
                    <a:cxnSpLocks/>
                    <a:stCxn id="39" idx="0"/>
                    <a:endCxn id="39" idx="4"/>
                  </p:cNvCxnSpPr>
                  <p:nvPr/>
                </p:nvCxnSpPr>
                <p:spPr>
                  <a:xfrm>
                    <a:off x="6030860" y="3911237"/>
                    <a:ext cx="0" cy="464950"/>
                  </a:xfrm>
                  <a:prstGeom prst="line">
                    <a:avLst/>
                  </a:prstGeom>
                  <a:grpFill/>
                  <a:ln w="44450" cap="rnd" cmpd="sng">
                    <a:solidFill>
                      <a:srgbClr val="CAD2C5">
                        <a:alpha val="99000"/>
                      </a:srgbClr>
                    </a:solidFill>
                    <a:prstDash val="solid"/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96EB6E5C-2328-AE92-AC03-FB59AFD679D1}"/>
                      </a:ext>
                    </a:extLst>
                  </p:cNvPr>
                  <p:cNvCxnSpPr>
                    <a:cxnSpLocks/>
                    <a:stCxn id="39" idx="7"/>
                    <a:endCxn id="39" idx="3"/>
                  </p:cNvCxnSpPr>
                  <p:nvPr/>
                </p:nvCxnSpPr>
                <p:spPr>
                  <a:xfrm flipH="1">
                    <a:off x="5866259" y="3979327"/>
                    <a:ext cx="329201" cy="328770"/>
                  </a:xfrm>
                  <a:prstGeom prst="line">
                    <a:avLst/>
                  </a:prstGeom>
                  <a:grpFill/>
                  <a:ln w="44450" cap="rnd" cmpd="sng">
                    <a:solidFill>
                      <a:srgbClr val="CAD2C5">
                        <a:alpha val="99000"/>
                      </a:srgbClr>
                    </a:solidFill>
                    <a:prstDash val="solid"/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2" name="Straight Connector 41">
                    <a:extLst>
                      <a:ext uri="{FF2B5EF4-FFF2-40B4-BE49-F238E27FC236}">
                        <a16:creationId xmlns:a16="http://schemas.microsoft.com/office/drawing/2014/main" id="{51CF2FE2-B28D-D69D-FA81-E5648B06A49F}"/>
                      </a:ext>
                    </a:extLst>
                  </p:cNvPr>
                  <p:cNvCxnSpPr>
                    <a:cxnSpLocks/>
                    <a:stCxn id="39" idx="1"/>
                    <a:endCxn id="39" idx="5"/>
                  </p:cNvCxnSpPr>
                  <p:nvPr/>
                </p:nvCxnSpPr>
                <p:spPr>
                  <a:xfrm>
                    <a:off x="5866259" y="3979327"/>
                    <a:ext cx="329201" cy="328770"/>
                  </a:xfrm>
                  <a:prstGeom prst="line">
                    <a:avLst/>
                  </a:prstGeom>
                  <a:grpFill/>
                  <a:ln w="44450" cap="rnd" cmpd="sng">
                    <a:solidFill>
                      <a:srgbClr val="CAD2C5">
                        <a:alpha val="99000"/>
                      </a:srgbClr>
                    </a:solidFill>
                    <a:prstDash val="solid"/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Connector 42">
                    <a:extLst>
                      <a:ext uri="{FF2B5EF4-FFF2-40B4-BE49-F238E27FC236}">
                        <a16:creationId xmlns:a16="http://schemas.microsoft.com/office/drawing/2014/main" id="{EC6182A1-D4C6-B532-361A-1FEF09978B57}"/>
                      </a:ext>
                    </a:extLst>
                  </p:cNvPr>
                  <p:cNvCxnSpPr>
                    <a:cxnSpLocks/>
                    <a:stCxn id="39" idx="6"/>
                    <a:endCxn id="39" idx="2"/>
                  </p:cNvCxnSpPr>
                  <p:nvPr/>
                </p:nvCxnSpPr>
                <p:spPr>
                  <a:xfrm flipH="1">
                    <a:off x="5798079" y="4143712"/>
                    <a:ext cx="465561" cy="0"/>
                  </a:xfrm>
                  <a:prstGeom prst="line">
                    <a:avLst/>
                  </a:prstGeom>
                  <a:grpFill/>
                  <a:ln w="44450" cap="rnd" cmpd="sng">
                    <a:solidFill>
                      <a:srgbClr val="CAD2C5">
                        <a:alpha val="99000"/>
                      </a:srgbClr>
                    </a:solidFill>
                    <a:prstDash val="solid"/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DCE2DAD7-3268-D949-6685-39B3B9F23C74}"/>
                    </a:ext>
                  </a:extLst>
                </p:cNvPr>
                <p:cNvSpPr/>
                <p:nvPr/>
              </p:nvSpPr>
              <p:spPr>
                <a:xfrm>
                  <a:off x="6253716" y="3942735"/>
                  <a:ext cx="154306" cy="154301"/>
                </a:xfrm>
                <a:prstGeom prst="ellipse">
                  <a:avLst/>
                </a:prstGeom>
                <a:grpFill/>
                <a:ln w="44450">
                  <a:solidFill>
                    <a:srgbClr val="CAD2C5">
                      <a:alpha val="99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03C00A34-35ED-D090-B22D-685ADBBDBE37}"/>
                    </a:ext>
                  </a:extLst>
                </p:cNvPr>
                <p:cNvSpPr/>
                <p:nvPr/>
              </p:nvSpPr>
              <p:spPr>
                <a:xfrm>
                  <a:off x="6098088" y="3787411"/>
                  <a:ext cx="465561" cy="464950"/>
                </a:xfrm>
                <a:prstGeom prst="ellipse">
                  <a:avLst/>
                </a:prstGeom>
                <a:grpFill/>
                <a:ln w="44450">
                  <a:solidFill>
                    <a:srgbClr val="CAD2C5">
                      <a:alpha val="99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E988965B-842F-0889-C876-7286BDB93630}"/>
                </a:ext>
              </a:extLst>
            </p:cNvPr>
            <p:cNvGrpSpPr/>
            <p:nvPr/>
          </p:nvGrpSpPr>
          <p:grpSpPr>
            <a:xfrm>
              <a:off x="5300522" y="2828689"/>
              <a:ext cx="598388" cy="570370"/>
              <a:chOff x="6017774" y="3706728"/>
              <a:chExt cx="622011" cy="625380"/>
            </a:xfrm>
            <a:noFill/>
          </p:grpSpPr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18860E01-1EBD-2F74-E6F3-9319BA67E118}"/>
                  </a:ext>
                </a:extLst>
              </p:cNvPr>
              <p:cNvSpPr/>
              <p:nvPr/>
            </p:nvSpPr>
            <p:spPr>
              <a:xfrm>
                <a:off x="6017774" y="3706728"/>
                <a:ext cx="622011" cy="625380"/>
              </a:xfrm>
              <a:prstGeom prst="ellipse">
                <a:avLst/>
              </a:prstGeom>
              <a:grpFill/>
              <a:ln w="187325" cap="rnd" cmpd="sng">
                <a:solidFill>
                  <a:srgbClr val="354F52"/>
                </a:solidFill>
                <a:extLst>
                  <a:ext uri="{C807C97D-BFC1-408E-A445-0C87EB9F89A2}">
                    <ask:lineSketchStyleProps xmlns:ask="http://schemas.microsoft.com/office/drawing/2018/sketchyshapes" sd="1219033472">
                      <a:custGeom>
                        <a:avLst/>
                        <a:gdLst>
                          <a:gd name="csX0" fmla="*/ 0 w 676910"/>
                          <a:gd name="csY0" fmla="*/ 338455 h 676910"/>
                          <a:gd name="csX1" fmla="*/ 338455 w 676910"/>
                          <a:gd name="csY1" fmla="*/ 0 h 676910"/>
                          <a:gd name="csX2" fmla="*/ 676910 w 676910"/>
                          <a:gd name="csY2" fmla="*/ 338455 h 676910"/>
                          <a:gd name="csX3" fmla="*/ 338455 w 676910"/>
                          <a:gd name="csY3" fmla="*/ 676910 h 676910"/>
                          <a:gd name="csX4" fmla="*/ 0 w 676910"/>
                          <a:gd name="csY4" fmla="*/ 338455 h 676910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</a:cxnLst>
                        <a:rect l="l" t="t" r="r" b="b"/>
                        <a:pathLst>
                          <a:path w="676910" h="676910" fill="none" extrusionOk="0">
                            <a:moveTo>
                              <a:pt x="0" y="338455"/>
                            </a:moveTo>
                            <a:cubicBezTo>
                              <a:pt x="35676" y="155763"/>
                              <a:pt x="158413" y="-14164"/>
                              <a:pt x="338455" y="0"/>
                            </a:cubicBezTo>
                            <a:cubicBezTo>
                              <a:pt x="499617" y="-3945"/>
                              <a:pt x="655846" y="171362"/>
                              <a:pt x="676910" y="338455"/>
                            </a:cubicBezTo>
                            <a:cubicBezTo>
                              <a:pt x="675463" y="511578"/>
                              <a:pt x="503775" y="706934"/>
                              <a:pt x="338455" y="676910"/>
                            </a:cubicBezTo>
                            <a:cubicBezTo>
                              <a:pt x="166134" y="685085"/>
                              <a:pt x="12531" y="528392"/>
                              <a:pt x="0" y="338455"/>
                            </a:cubicBezTo>
                            <a:close/>
                          </a:path>
                          <a:path w="676910" h="676910" stroke="0" extrusionOk="0">
                            <a:moveTo>
                              <a:pt x="0" y="338455"/>
                            </a:moveTo>
                            <a:cubicBezTo>
                              <a:pt x="-5409" y="148195"/>
                              <a:pt x="125719" y="9688"/>
                              <a:pt x="338455" y="0"/>
                            </a:cubicBezTo>
                            <a:cubicBezTo>
                              <a:pt x="547104" y="4574"/>
                              <a:pt x="665167" y="151904"/>
                              <a:pt x="676910" y="338455"/>
                            </a:cubicBezTo>
                            <a:cubicBezTo>
                              <a:pt x="657657" y="544180"/>
                              <a:pt x="521923" y="696015"/>
                              <a:pt x="338455" y="676910"/>
                            </a:cubicBezTo>
                            <a:cubicBezTo>
                              <a:pt x="146797" y="674320"/>
                              <a:pt x="34193" y="541717"/>
                              <a:pt x="0" y="338455"/>
                            </a:cubicBezTo>
                            <a:close/>
                          </a:path>
                        </a:pathLst>
                      </a:custGeom>
                      <ask:type>
                        <ask:lineSketchNone/>
                      </ask:type>
                    </ask:lineSketchStyleProps>
                  </a:ext>
                </a:extLst>
              </a:ln>
              <a:effectLst>
                <a:outerShdw blurRad="88900" dist="38100" dir="1920000" sx="101000" sy="101000" algn="ctr" rotWithShape="0">
                  <a:srgbClr val="000000">
                    <a:alpha val="68000"/>
                  </a:srgbClr>
                </a:outerShdw>
                <a:reflection endPos="0" dir="5400000" sy="-100000" algn="bl" rotWithShape="0"/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571C17CD-E613-B769-A724-3C61EAD5F625}"/>
                  </a:ext>
                </a:extLst>
              </p:cNvPr>
              <p:cNvGrpSpPr/>
              <p:nvPr/>
            </p:nvGrpSpPr>
            <p:grpSpPr>
              <a:xfrm>
                <a:off x="6096000" y="3786943"/>
                <a:ext cx="465561" cy="464950"/>
                <a:chOff x="6098088" y="3787411"/>
                <a:chExt cx="465561" cy="464950"/>
              </a:xfrm>
              <a:grpFill/>
              <a:effectLst>
                <a:glow>
                  <a:schemeClr val="accent1">
                    <a:alpha val="40000"/>
                  </a:schemeClr>
                </a:glow>
              </a:effectLst>
            </p:grpSpPr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A52B235E-1545-5113-51CC-E19C408DC517}"/>
                    </a:ext>
                  </a:extLst>
                </p:cNvPr>
                <p:cNvGrpSpPr/>
                <p:nvPr/>
              </p:nvGrpSpPr>
              <p:grpSpPr>
                <a:xfrm>
                  <a:off x="6098088" y="3787411"/>
                  <a:ext cx="465561" cy="464950"/>
                  <a:chOff x="5798079" y="3911237"/>
                  <a:chExt cx="465561" cy="464950"/>
                </a:xfrm>
                <a:grpFill/>
              </p:grpSpPr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7A0AE603-FEC0-5368-19EB-AC93BB9EBEDB}"/>
                      </a:ext>
                    </a:extLst>
                  </p:cNvPr>
                  <p:cNvCxnSpPr>
                    <a:cxnSpLocks/>
                    <a:stCxn id="49" idx="0"/>
                    <a:endCxn id="49" idx="4"/>
                  </p:cNvCxnSpPr>
                  <p:nvPr/>
                </p:nvCxnSpPr>
                <p:spPr>
                  <a:xfrm>
                    <a:off x="6030860" y="3911237"/>
                    <a:ext cx="0" cy="464950"/>
                  </a:xfrm>
                  <a:prstGeom prst="line">
                    <a:avLst/>
                  </a:prstGeom>
                  <a:grpFill/>
                  <a:ln w="44450" cap="rnd" cmpd="sng">
                    <a:solidFill>
                      <a:srgbClr val="CAD2C5">
                        <a:alpha val="99000"/>
                      </a:srgbClr>
                    </a:solidFill>
                    <a:prstDash val="solid"/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Straight Connector 50">
                    <a:extLst>
                      <a:ext uri="{FF2B5EF4-FFF2-40B4-BE49-F238E27FC236}">
                        <a16:creationId xmlns:a16="http://schemas.microsoft.com/office/drawing/2014/main" id="{3A28CA86-A3BF-851F-20D3-6ABCC98A67B9}"/>
                      </a:ext>
                    </a:extLst>
                  </p:cNvPr>
                  <p:cNvCxnSpPr>
                    <a:cxnSpLocks/>
                    <a:stCxn id="49" idx="7"/>
                    <a:endCxn id="49" idx="3"/>
                  </p:cNvCxnSpPr>
                  <p:nvPr/>
                </p:nvCxnSpPr>
                <p:spPr>
                  <a:xfrm flipH="1">
                    <a:off x="5866259" y="3979327"/>
                    <a:ext cx="329201" cy="328770"/>
                  </a:xfrm>
                  <a:prstGeom prst="line">
                    <a:avLst/>
                  </a:prstGeom>
                  <a:grpFill/>
                  <a:ln w="44450" cap="rnd" cmpd="sng">
                    <a:solidFill>
                      <a:srgbClr val="CAD2C5">
                        <a:alpha val="99000"/>
                      </a:srgbClr>
                    </a:solidFill>
                    <a:prstDash val="solid"/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A5A64151-7643-3740-1762-E00DD66B79E8}"/>
                      </a:ext>
                    </a:extLst>
                  </p:cNvPr>
                  <p:cNvCxnSpPr>
                    <a:cxnSpLocks/>
                    <a:stCxn id="49" idx="1"/>
                    <a:endCxn id="49" idx="5"/>
                  </p:cNvCxnSpPr>
                  <p:nvPr/>
                </p:nvCxnSpPr>
                <p:spPr>
                  <a:xfrm>
                    <a:off x="5866259" y="3979327"/>
                    <a:ext cx="329201" cy="328770"/>
                  </a:xfrm>
                  <a:prstGeom prst="line">
                    <a:avLst/>
                  </a:prstGeom>
                  <a:grpFill/>
                  <a:ln w="44450" cap="rnd" cmpd="sng">
                    <a:solidFill>
                      <a:srgbClr val="CAD2C5">
                        <a:alpha val="99000"/>
                      </a:srgbClr>
                    </a:solidFill>
                    <a:prstDash val="solid"/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4EF0263E-958D-6653-3910-2D89CD687227}"/>
                      </a:ext>
                    </a:extLst>
                  </p:cNvPr>
                  <p:cNvCxnSpPr>
                    <a:cxnSpLocks/>
                    <a:stCxn id="49" idx="6"/>
                    <a:endCxn id="49" idx="2"/>
                  </p:cNvCxnSpPr>
                  <p:nvPr/>
                </p:nvCxnSpPr>
                <p:spPr>
                  <a:xfrm flipH="1">
                    <a:off x="5798079" y="4143712"/>
                    <a:ext cx="465561" cy="0"/>
                  </a:xfrm>
                  <a:prstGeom prst="line">
                    <a:avLst/>
                  </a:prstGeom>
                  <a:grpFill/>
                  <a:ln w="44450" cap="rnd" cmpd="sng">
                    <a:solidFill>
                      <a:srgbClr val="CAD2C5">
                        <a:alpha val="99000"/>
                      </a:srgbClr>
                    </a:solidFill>
                    <a:prstDash val="solid"/>
                    <a:round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8A1F2159-CC41-8AF7-4878-0E40683CAE74}"/>
                    </a:ext>
                  </a:extLst>
                </p:cNvPr>
                <p:cNvSpPr/>
                <p:nvPr/>
              </p:nvSpPr>
              <p:spPr>
                <a:xfrm>
                  <a:off x="6253716" y="3942735"/>
                  <a:ext cx="154306" cy="154301"/>
                </a:xfrm>
                <a:prstGeom prst="ellipse">
                  <a:avLst/>
                </a:prstGeom>
                <a:grpFill/>
                <a:ln w="44450">
                  <a:solidFill>
                    <a:srgbClr val="CAD2C5">
                      <a:alpha val="99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D0753B90-C155-7C6E-1200-AB23163D9050}"/>
                    </a:ext>
                  </a:extLst>
                </p:cNvPr>
                <p:cNvSpPr/>
                <p:nvPr/>
              </p:nvSpPr>
              <p:spPr>
                <a:xfrm>
                  <a:off x="6098088" y="3787411"/>
                  <a:ext cx="465561" cy="464950"/>
                </a:xfrm>
                <a:prstGeom prst="ellipse">
                  <a:avLst/>
                </a:prstGeom>
                <a:grpFill/>
                <a:ln w="44450">
                  <a:solidFill>
                    <a:srgbClr val="CAD2C5">
                      <a:alpha val="99000"/>
                    </a:srgb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D4DC82D7-D80E-2E4E-8DC9-C078735BD068}"/>
              </a:ext>
            </a:extLst>
          </p:cNvPr>
          <p:cNvSpPr/>
          <p:nvPr/>
        </p:nvSpPr>
        <p:spPr>
          <a:xfrm>
            <a:off x="2738120" y="3263797"/>
            <a:ext cx="6400800" cy="914400"/>
          </a:xfrm>
          <a:prstGeom prst="rect">
            <a:avLst/>
          </a:prstGeom>
          <a:noFill/>
          <a:ln>
            <a:noFill/>
          </a:ln>
          <a:effectLst>
            <a:reflection endPos="0" dist="508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354F52"/>
                </a:solidFill>
                <a:effectLst>
                  <a:glow>
                    <a:schemeClr val="tx1">
                      <a:alpha val="95000"/>
                    </a:schemeClr>
                  </a:glow>
                  <a:outerShdw blurRad="139700" dist="50800" dir="1920000" sx="1000" sy="1000" algn="ctr" rotWithShape="0">
                    <a:srgbClr val="000000"/>
                  </a:outerShdw>
                  <a:reflection endPos="0" dist="63500" dir="5400000" sy="-10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bus    ticket     booking   system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656F8C4-F03E-16F2-222E-1E9DD8AFD721}"/>
              </a:ext>
            </a:extLst>
          </p:cNvPr>
          <p:cNvGrpSpPr/>
          <p:nvPr/>
        </p:nvGrpSpPr>
        <p:grpSpPr>
          <a:xfrm>
            <a:off x="4008120" y="1272573"/>
            <a:ext cx="5212080" cy="14310"/>
            <a:chOff x="2730220" y="2680753"/>
            <a:chExt cx="6083967" cy="14310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9D55E5A6-4269-2B8C-D8B6-B708D851DD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2204" y="2680753"/>
              <a:ext cx="6064250" cy="14310"/>
            </a:xfrm>
            <a:prstGeom prst="line">
              <a:avLst/>
            </a:prstGeom>
            <a:ln w="127000" cap="sq" cmpd="sng">
              <a:solidFill>
                <a:srgbClr val="354F52"/>
              </a:solidFill>
              <a:prstDash val="solid"/>
              <a:beve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48C8D19-6157-D7B2-28C5-F88D2C9A62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30220" y="2680753"/>
              <a:ext cx="6083967" cy="14310"/>
            </a:xfrm>
            <a:prstGeom prst="line">
              <a:avLst/>
            </a:prstGeom>
            <a:ln w="28575" cap="sq" cmpd="sng">
              <a:solidFill>
                <a:srgbClr val="CAD2C5"/>
              </a:solidFill>
              <a:prstDash val="lgDash"/>
              <a:bevel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3739B05-4FA3-0EC9-BF46-FF9C4B0B8997}"/>
              </a:ext>
            </a:extLst>
          </p:cNvPr>
          <p:cNvCxnSpPr>
            <a:cxnSpLocks/>
          </p:cNvCxnSpPr>
          <p:nvPr/>
        </p:nvCxnSpPr>
        <p:spPr>
          <a:xfrm flipV="1">
            <a:off x="3266440" y="3525608"/>
            <a:ext cx="5308600" cy="1007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99536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17</Words>
  <Application>Microsoft Office PowerPoint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2305069 - Md. Misbah Uddin Rafi</dc:creator>
  <cp:lastModifiedBy>2305069 - Md. Misbah Uddin Rafi</cp:lastModifiedBy>
  <cp:revision>2</cp:revision>
  <dcterms:created xsi:type="dcterms:W3CDTF">2026-03-05T13:45:59Z</dcterms:created>
  <dcterms:modified xsi:type="dcterms:W3CDTF">2026-03-06T10:04:03Z</dcterms:modified>
</cp:coreProperties>
</file>